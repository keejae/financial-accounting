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1508" r:id="rId5"/>
    <p:sldId id="260" r:id="rId6"/>
    <p:sldId id="261" r:id="rId7"/>
    <p:sldId id="262" r:id="rId8"/>
    <p:sldId id="263" r:id="rId9"/>
    <p:sldId id="264" r:id="rId10"/>
    <p:sldId id="1509" r:id="rId11"/>
    <p:sldId id="266" r:id="rId12"/>
    <p:sldId id="267" r:id="rId13"/>
    <p:sldId id="150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51"/>
    </p:embeddedFont>
    <p:embeddedFont>
      <p:font typeface="Helvetica" panose="020B0604020202020204" pitchFamily="34" charset="0"/>
      <p:regular r:id="rId52"/>
      <p:bold r:id="rId53"/>
      <p:italic r:id="rId54"/>
      <p:boldItalic r:id="rId55"/>
    </p:embeddedFont>
    <p:embeddedFont>
      <p:font typeface="Helvetica Neue" panose="020B060402020202020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A28E7-C3DC-4CBE-A5C4-132C253DC8C1}">
  <a:tblStyle styleId="{6A0A28E7-C3DC-4CBE-A5C4-132C253DC8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319584-0B4F-4D78-BD67-E114906AF89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2"/>
          </p:nvPr>
        </p:nvSpPr>
        <p:spPr>
          <a:xfrm>
            <a:off x="4336473" y="458788"/>
            <a:ext cx="2157057" cy="121334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81213" y="515938"/>
            <a:ext cx="6411913" cy="3608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2163513" y="15901287"/>
            <a:ext cx="1655128" cy="5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830388" y="842963"/>
            <a:ext cx="6415088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2163513" y="15901287"/>
            <a:ext cx="1655128" cy="5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Have them open a green bucket in assets and a yellow bucket in liabilities.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Walk around and check that they only have the three buckets open on their board: assets, liabilities, equity (profit).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Ask what further information can we add to the story so far?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Facilitate their responses to get ‘account names’.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Direct them to the stickers or ask for suggestions – facilitate the asset account being ‘Cash’ (they can also add Bank label if they want) and the Liability account being ‘Loan from:”.</a:t>
            </a:r>
          </a:p>
          <a:p>
            <a:endParaRPr lang="en-GB" dirty="0"/>
          </a:p>
          <a:p>
            <a:r>
              <a:rPr lang="en-GB" dirty="0"/>
              <a:t>Say: Look inside the </a:t>
            </a:r>
            <a:r>
              <a:rPr lang="en-GB" dirty="0" err="1"/>
              <a:t>the</a:t>
            </a:r>
            <a:r>
              <a:rPr lang="en-GB" dirty="0"/>
              <a:t> cash account – what is its current balance? (facilitate – zero).</a:t>
            </a:r>
          </a:p>
          <a:p>
            <a:endParaRPr lang="en-GB" dirty="0"/>
          </a:p>
          <a:p>
            <a:r>
              <a:rPr lang="en-GB" dirty="0"/>
              <a:t>Say: What should its balance be? (facilitate – 30,000).</a:t>
            </a:r>
          </a:p>
          <a:p>
            <a:endParaRPr lang="en-GB" dirty="0"/>
          </a:p>
          <a:p>
            <a:r>
              <a:rPr lang="en-GB" dirty="0"/>
              <a:t>Say: So, we need to increase our cash account balance – a way to make this green account, more green. </a:t>
            </a:r>
          </a:p>
          <a:p>
            <a:endParaRPr lang="en-GB" dirty="0"/>
          </a:p>
          <a:p>
            <a:r>
              <a:rPr lang="en-GB" dirty="0"/>
              <a:t>Which colour ticket (green or yellow) will make our green account, more green? (facilitate – green).</a:t>
            </a:r>
          </a:p>
          <a:p>
            <a:endParaRPr lang="en-GB" i="1" dirty="0"/>
          </a:p>
          <a:p>
            <a:r>
              <a:rPr lang="en-GB" i="1" dirty="0"/>
              <a:t>Hint: if someone responds orange (it’s rare), it may be that they weren’t following you closely. Or they may have a logic error happening which you will need to help them with.</a:t>
            </a:r>
            <a:endParaRPr lang="en-GB" dirty="0"/>
          </a:p>
          <a:p>
            <a:endParaRPr lang="en-GB" dirty="0"/>
          </a:p>
          <a:p>
            <a:r>
              <a:rPr lang="en-GB" dirty="0"/>
              <a:t>Say: So, we have a rule. If we place a green ticket into a green bucket, that means ‘increase’.</a:t>
            </a:r>
          </a:p>
          <a:p>
            <a:endParaRPr lang="en-GB" altLang="en-US" dirty="0">
              <a:ea typeface="ＭＳ Ｐゴシック" charset="-128"/>
            </a:endParaRPr>
          </a:p>
        </p:txBody>
      </p:sp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627563" y="481013"/>
            <a:ext cx="2273300" cy="12779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85372" indent="-302066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208265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91571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174878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658184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3141490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624796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4108102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12A15F59-AC6F-5045-925E-116BA534E36C}" type="slidenum">
              <a:rPr lang="en-GB" altLang="en-US">
                <a:latin typeface="Helvetica Regular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GB" altLang="en-US">
              <a:latin typeface="Helvetica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60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9" name="Google Shape;169;p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We’re going to put some new words to a familiar activity.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You will recognize journals from the induction activity. We didn’t describe transactions as journals, but that is what they are: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차변은 영어로 "Debit" (약칭: Dr.), 대변은 "Credit" (약칭: Cr.)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분개 (分介)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分 (나눌 분) + 介 (끼일 개)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거래를 차변과 대변으로 나누어 기록한다는 의미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 b="1"/>
              <a:t>We have a rule…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Green tickets (debits) increase amounts in green (debit)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Orange tickets (credits) increase amounts in orange (credit)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Green tickets (debits) decrease amounts in orange (credit)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Orange tickets (credits) decrease amounts in green (debit) accounts.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896938" lvl="0" indent="-8969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Important to note that green tickets (debits) and orange tickets (credits) can have decreasing or increasing impacts depending on where they are placed.</a:t>
            </a:r>
            <a:endParaRPr/>
          </a:p>
          <a:p>
            <a:pPr marL="896938" lvl="0" indent="-896938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896938" lvl="0" indent="-8969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Point to arrows at the bottom of the box.</a:t>
            </a: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6088" y="458788"/>
            <a:ext cx="2227262" cy="1254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3F1C-9066-5BF6-49A0-F92221D6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0B9E1EAD-ACD7-8BB1-6EFB-9F59798387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Have them open a green bucket in assets and a yellow bucket in liabilities.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Walk around and check that they only have the three buckets open on their board: assets, liabilities, equity (profit).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Ask what further information can we add to the story so far?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Facilitate their responses to get ‘account names’.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Direct them to the stickers or ask for suggestions – facilitate the asset account being ‘Cash’ (they can also add Bank label if they want) and the Liability account being ‘Loan from:”.</a:t>
            </a:r>
          </a:p>
          <a:p>
            <a:endParaRPr lang="en-GB" dirty="0"/>
          </a:p>
          <a:p>
            <a:r>
              <a:rPr lang="en-GB" dirty="0"/>
              <a:t>Say: Look inside the </a:t>
            </a:r>
            <a:r>
              <a:rPr lang="en-GB" dirty="0" err="1"/>
              <a:t>the</a:t>
            </a:r>
            <a:r>
              <a:rPr lang="en-GB" dirty="0"/>
              <a:t> cash account – what is its current balance? (facilitate – zero).</a:t>
            </a:r>
          </a:p>
          <a:p>
            <a:endParaRPr lang="en-GB" dirty="0"/>
          </a:p>
          <a:p>
            <a:r>
              <a:rPr lang="en-GB" dirty="0"/>
              <a:t>Say: What should its balance be? (facilitate – 30,000).</a:t>
            </a:r>
          </a:p>
          <a:p>
            <a:endParaRPr lang="en-GB" dirty="0"/>
          </a:p>
          <a:p>
            <a:r>
              <a:rPr lang="en-GB" dirty="0"/>
              <a:t>Say: So, we need to increase our cash account balance – a way to make this green account, more green. </a:t>
            </a:r>
          </a:p>
          <a:p>
            <a:endParaRPr lang="en-GB" dirty="0"/>
          </a:p>
          <a:p>
            <a:r>
              <a:rPr lang="en-GB" dirty="0"/>
              <a:t>Which colour ticket (green or yellow) will make our green account, more green? (facilitate – green).</a:t>
            </a:r>
          </a:p>
          <a:p>
            <a:endParaRPr lang="en-GB" i="1" dirty="0"/>
          </a:p>
          <a:p>
            <a:r>
              <a:rPr lang="en-GB" i="1" dirty="0"/>
              <a:t>Hint: if someone responds orange (it’s rare), it may be that they weren’t following you closely. Or they may have a logic error happening which you will need to help them with.</a:t>
            </a:r>
            <a:endParaRPr lang="en-GB" dirty="0"/>
          </a:p>
          <a:p>
            <a:endParaRPr lang="en-GB" dirty="0"/>
          </a:p>
          <a:p>
            <a:r>
              <a:rPr lang="en-GB" dirty="0"/>
              <a:t>Say: So, we have a rule. If we place a green ticket into a green bucket, that means ‘increase’.</a:t>
            </a:r>
          </a:p>
          <a:p>
            <a:endParaRPr lang="en-GB" altLang="en-US" dirty="0">
              <a:ea typeface="ＭＳ Ｐゴシック" charset="-128"/>
            </a:endParaRPr>
          </a:p>
        </p:txBody>
      </p:sp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4DEF104F-8EA4-D2DA-EC57-16229456A8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627563" y="481013"/>
            <a:ext cx="2273300" cy="12779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53D4BA07-37D4-05CD-6646-3F8CF3521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85372" indent="-302066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208265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91571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174878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658184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3141490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624796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4108102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12A15F59-AC6F-5045-925E-116BA534E36C}" type="slidenum">
              <a:rPr lang="en-GB" altLang="en-US">
                <a:latin typeface="Helvetica Regular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n-GB" altLang="en-US">
              <a:latin typeface="Helvetica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743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5" name="Google Shape;315;p1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shorthand for debit is Dr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/>
              <a:t>The shorthand for credit is Cr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1" name="Google Shape;331;p1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r>
              <a:rPr lang="en-GB" dirty="0"/>
              <a:t>As the ticket moves into a bucket say “I am increasing the cash account by $20,000” which is more useful than saying “I am putting a green ticket into a green bucket”.</a:t>
            </a:r>
          </a:p>
          <a:p>
            <a:endParaRPr lang="en-GB" dirty="0"/>
          </a:p>
          <a:p>
            <a:r>
              <a:rPr lang="en-GB" i="1" dirty="0"/>
              <a:t>Have the participants use all their primary learning senses while putting the ticket in the bucket: </a:t>
            </a:r>
            <a:r>
              <a:rPr lang="en-GB" i="1" u="sng" dirty="0"/>
              <a:t>feel</a:t>
            </a:r>
            <a:r>
              <a:rPr lang="en-GB" i="1" dirty="0"/>
              <a:t> ticket, </a:t>
            </a:r>
            <a:r>
              <a:rPr lang="en-GB" i="1" u="sng" dirty="0"/>
              <a:t>see</a:t>
            </a:r>
            <a:r>
              <a:rPr lang="en-GB" i="1" dirty="0"/>
              <a:t> movement, </a:t>
            </a:r>
            <a:r>
              <a:rPr lang="en-GB" i="1" u="sng" dirty="0"/>
              <a:t>say</a:t>
            </a:r>
            <a:r>
              <a:rPr lang="en-GB" i="1" dirty="0"/>
              <a:t> “I’m increasing/decreasing the x account by $x).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Carefully drill the </a:t>
            </a:r>
            <a:r>
              <a:rPr lang="en-GB" i="1" dirty="0"/>
              <a:t>increase</a:t>
            </a:r>
            <a:r>
              <a:rPr lang="en-GB" dirty="0"/>
              <a:t> rule when you get to that.</a:t>
            </a:r>
            <a:endParaRPr lang="en-GB" sz="1500" dirty="0"/>
          </a:p>
          <a:p>
            <a:pPr lvl="0"/>
            <a:endParaRPr lang="en-GB" dirty="0"/>
          </a:p>
          <a:p>
            <a:pPr lvl="0"/>
            <a:r>
              <a:rPr lang="en-GB" dirty="0"/>
              <a:t>Ask the group: Are we in balance?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Stand centred in front of the screen with your arms out straight out from your sides and horizontal to floor (nothing in your hands).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Say: we had an increase in Assets (lift your right arm) and the same increase in Equity (lift your left arm) so we remain in balance (return both arms to level position).</a:t>
            </a:r>
            <a:endParaRPr lang="en-GB" sz="1500" dirty="0"/>
          </a:p>
          <a:p>
            <a:pPr lvl="0"/>
            <a:r>
              <a:rPr lang="en-GB" dirty="0"/>
              <a:t>Additional:</a:t>
            </a:r>
            <a:endParaRPr lang="en-GB" sz="1500" dirty="0"/>
          </a:p>
          <a:p>
            <a:pPr lvl="0"/>
            <a:endParaRPr lang="en-GB" sz="1500" dirty="0"/>
          </a:p>
          <a:p>
            <a:pPr lvl="0"/>
            <a:r>
              <a:rPr lang="en-GB" dirty="0"/>
              <a:t>Point to Liabilities and Equity on the whiteboard and say: How much money is here in Liabilities and Equity? Facilitate: None.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Money is an asset and can only be shown there.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Everything in Liabilities and Equity are just intangible legal concepts – evidencing obligation against the assets.</a:t>
            </a:r>
            <a:endParaRPr lang="en-GB" sz="1500" dirty="0"/>
          </a:p>
          <a:p>
            <a:pPr lvl="2"/>
            <a:endParaRPr lang="en-GB" dirty="0"/>
          </a:p>
          <a:p>
            <a:pPr lvl="2"/>
            <a:r>
              <a:rPr lang="en-GB" dirty="0"/>
              <a:t>The current accounting net worth will be the owner’s contribution.</a:t>
            </a:r>
            <a:br>
              <a:rPr lang="en-GB" dirty="0"/>
            </a:br>
            <a:endParaRPr lang="en-GB" sz="1500" dirty="0"/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  <a:p>
            <a:endParaRPr lang="en-GB" altLang="en-US" dirty="0">
              <a:ea typeface="ＭＳ Ｐゴシック" charset="-128"/>
            </a:endParaRPr>
          </a:p>
        </p:txBody>
      </p:sp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627563" y="481013"/>
            <a:ext cx="2273300" cy="12779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85372" indent="-302066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208265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91571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174878" indent="-241653" eaLnBrk="0" hangingPunct="0">
              <a:spcBef>
                <a:spcPct val="30000"/>
              </a:spcBef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658184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3141490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624796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4108102" indent="-241653" defTabSz="483306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12A15F59-AC6F-5045-925E-116BA534E36C}" type="slidenum">
              <a:rPr lang="en-GB" altLang="en-US">
                <a:latin typeface="Helvetica Regular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en-GB" altLang="en-US">
              <a:latin typeface="Helvetica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153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nir"/>
              <a:buNone/>
            </a:pPr>
            <a:r>
              <a:rPr lang="en-US"/>
              <a:t>T-accounts are another way of organizing transactions within an account.</a:t>
            </a:r>
            <a:r>
              <a:rPr lang="en-US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409" name="Google Shape;4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0" name="Google Shape;410;p1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5" name="Google Shape;415;p1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1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37050" y="458788"/>
            <a:ext cx="2155825" cy="1212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23" name="Google Shape;423;p1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6088" y="458788"/>
            <a:ext cx="2227262" cy="1254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5" name="Google Shape;435;p1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p1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4" name="Google Shape;474;p1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1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3" name="Google Shape;503;p1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1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4" name="Google Shape;724;p2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p2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First, we’ll look at the transactions that took place in January.</a:t>
            </a:r>
            <a:endParaRPr/>
          </a:p>
        </p:txBody>
      </p:sp>
      <p:sp>
        <p:nvSpPr>
          <p:cNvPr id="784" name="Google Shape;7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5" name="Google Shape;785;p2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2" name="Google Shape;862;p2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3" name="Google Shape;863;p2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3" name="Google Shape;923;p2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4" name="Google Shape;924;p2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4" name="Google Shape;1024;p2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5" name="Google Shape;1025;p2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81213" y="515938"/>
            <a:ext cx="6411913" cy="3608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6" name="Google Shape;1086;p2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2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5" name="Google Shape;1095;p2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2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5" name="Google Shape;1315;p2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6" name="Google Shape;1316;p2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2" name="Google Shape;1402;p2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3" name="Google Shape;1403;p2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11" name="Google Shape;1511;p2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Google Shape;1512;p2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69" name="Google Shape;1769;p3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0" name="Google Shape;1770;p3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67" name="Google Shape;1967;p3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8" name="Google Shape;1968;p3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18" name="Google Shape;2218;p3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9" name="Google Shape;2219;p3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88" name="Google Shape;2488;p3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9" name="Google Shape;2489;p3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66" name="Google Shape;2766;p3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7" name="Google Shape;2767;p3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60" name="Google Shape;3060;p3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1" name="Google Shape;3061;p3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95" name="Google Shape;3095;p3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6" name="Google Shape;3096;p3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30" name="Google Shape;3130;p3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1" name="Google Shape;3131;p3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Finally, to remind ourselves, that we haven’t actually changed the recorded value of cash, let’s look at the same process in the bucket again.</a:t>
            </a:r>
            <a:endParaRPr/>
          </a:p>
        </p:txBody>
      </p:sp>
      <p:sp>
        <p:nvSpPr>
          <p:cNvPr id="3160" name="Google Shape;316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61" name="Google Shape;3161;p3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38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Google Shape;318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85" name="Google Shape;3185;p39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39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6" name="Google Shape;3186;p39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3" name="Google Shape;3193;p40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40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4" name="Google Shape;3194;p40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9" name="Google Shape;3199;p41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41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0" name="Google Shape;3200;p41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46" name="Google Shape;3446;p42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47" name="Google Shape;3447;p42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26" name="Google Shape;3526;p43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7" name="Google Shape;3527;p43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7" name="Google Shape;360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08" name="Google Shape;3608;p44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9" name="Google Shape;3609;p44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p45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7" name="Google Shape;37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08" name="Google Shape;3708;p45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p46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6" name="Google Shape;371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17" name="Google Shape;3717;p46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p47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6" name="Google Shape;372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24350" y="458788"/>
            <a:ext cx="2159000" cy="121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27" name="Google Shape;3727;p47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0" name="Google Shape;373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5588" y="458788"/>
            <a:ext cx="2417762" cy="1360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1" name="Google Shape;3731;p48:notes"/>
          <p:cNvSpPr txBox="1">
            <a:spLocks noGrp="1"/>
          </p:cNvSpPr>
          <p:nvPr>
            <p:ph type="sldNum" idx="12"/>
          </p:nvPr>
        </p:nvSpPr>
        <p:spPr>
          <a:xfrm>
            <a:off x="4642859" y="8683625"/>
            <a:ext cx="1841068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3732" name="Google Shape;3732;p48:notes"/>
          <p:cNvSpPr txBox="1">
            <a:spLocks noGrp="1"/>
          </p:cNvSpPr>
          <p:nvPr>
            <p:ph type="body" idx="1"/>
          </p:nvPr>
        </p:nvSpPr>
        <p:spPr>
          <a:xfrm>
            <a:off x="339435" y="458788"/>
            <a:ext cx="6144492" cy="8061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venir"/>
              <a:buNone/>
              <a:defRPr sz="60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venir"/>
              <a:buNone/>
              <a:defRPr sz="60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 b="0" i="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venir"/>
              <a:buNone/>
              <a:defRPr sz="3200"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accounting process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946" y="1623533"/>
            <a:ext cx="10686777" cy="28369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 rot="8888792">
            <a:off x="7511970" y="4460445"/>
            <a:ext cx="601883" cy="151209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400835" y="5718853"/>
            <a:ext cx="31598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Trial Balance – an optional step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CD701-512C-70BC-FC50-1681609E8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40" y="1690688"/>
            <a:ext cx="10351438" cy="2769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-4208"/>
            <a:ext cx="12192000" cy="686220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"/>
              <a:buNone/>
            </a:pPr>
            <a:r>
              <a:rPr lang="en-US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06: Journals and T-Accounts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924449" y="1628775"/>
            <a:ext cx="10924651" cy="4857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이 강의가 끝날 때쯤 여러분은 다음을 이해하게 될 것입니다</a:t>
            </a:r>
            <a:endParaRPr sz="3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23704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Char char="•"/>
            </a:pPr>
            <a:r>
              <a:rPr lang="en-US" sz="3733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Journals and Journal entries (분개장과 분개)</a:t>
            </a:r>
            <a:endParaRPr sz="3733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9564" lvl="0" indent="-409564" algn="l" rtl="0">
              <a:lnSpc>
                <a:spcPct val="14286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Char char="•"/>
            </a:pPr>
            <a:r>
              <a:rPr lang="en-US" sz="3733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Ledger (총계정원장)</a:t>
            </a:r>
            <a:endParaRPr sz="3733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9564" lvl="0" indent="-409564" algn="l" rtl="0">
              <a:lnSpc>
                <a:spcPct val="14286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Char char="•"/>
            </a:pPr>
            <a:r>
              <a:rPr lang="en-US" sz="3733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T-Accounts (T계정)</a:t>
            </a:r>
            <a:endParaRPr sz="3733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133600" y="4270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05" name="Google Shape;105;p1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06" name="Google Shape;106;p15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 </a:t>
              </a:r>
              <a:endParaRPr/>
            </a:p>
          </p:txBody>
        </p:sp>
        <p:grpSp>
          <p:nvGrpSpPr>
            <p:cNvPr id="110" name="Google Shape;110;p15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111" name="Google Shape;111;p15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112" name="Google Shape;112;p15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Revenue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113" name="Google Shape;113;p15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114" name="Google Shape;114;p15"/>
              <p:cNvCxnSpPr>
                <a:stCxn id="108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15" name="Google Shape;115;p15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16" name="Google Shape;116;p15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B0CB96DC-198E-CD4D-970B-BCF8959BDC4C}"/>
              </a:ext>
            </a:extLst>
          </p:cNvPr>
          <p:cNvSpPr txBox="1"/>
          <p:nvPr/>
        </p:nvSpPr>
        <p:spPr>
          <a:xfrm>
            <a:off x="4187006" y="133386"/>
            <a:ext cx="2774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venir"/>
              </a:rPr>
              <a:t>Global Books, Inc.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43F703A-E4E7-1244-AF50-4F47AD797F1D}"/>
              </a:ext>
            </a:extLst>
          </p:cNvPr>
          <p:cNvCxnSpPr>
            <a:cxnSpLocks/>
          </p:cNvCxnSpPr>
          <p:nvPr/>
        </p:nvCxnSpPr>
        <p:spPr>
          <a:xfrm>
            <a:off x="4316098" y="566860"/>
            <a:ext cx="337521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EEEED1-A67F-7B4D-B573-1C8C8F9E4DA0}"/>
              </a:ext>
            </a:extLst>
          </p:cNvPr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E8333C-28AA-F44C-9287-DF6C682DED39}"/>
                </a:ext>
              </a:extLst>
            </p:cNvPr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2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Equity</a:t>
              </a:r>
              <a:r>
                <a:rPr lang="en-US" sz="28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3DB63F-71A1-0948-814E-E6EC32BDC714}"/>
                </a:ext>
              </a:extLst>
            </p:cNvPr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>
              <a:solidFill>
                <a:srgbClr val="942093"/>
              </a:solidFill>
              <a:miter lim="800000"/>
            </a:ln>
          </p:spPr>
          <p:txBody>
            <a:bodyPr wrap="square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Profit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39F0E-00F1-7A45-AD15-733A9D47733A}"/>
                </a:ext>
              </a:extLst>
            </p:cNvPr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2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Liabilities</a:t>
              </a:r>
              <a:r>
                <a:rPr lang="en-US" sz="28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1BD936-11DF-914A-9814-58487BB1FF7E}"/>
                </a:ext>
              </a:extLst>
            </p:cNvPr>
            <p:cNvGrpSpPr/>
            <p:nvPr/>
          </p:nvGrpSpPr>
          <p:grpSpPr>
            <a:xfrm>
              <a:off x="492858" y="3906157"/>
              <a:ext cx="11291146" cy="2763575"/>
              <a:chOff x="1354633" y="4399871"/>
              <a:chExt cx="9550931" cy="212195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AAFA65-E071-7B4C-BF50-653A0B9C6101}"/>
                  </a:ext>
                </a:extLst>
              </p:cNvPr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>
                <a:solidFill>
                  <a:srgbClr val="942093"/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800" b="1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5DA1B8-72F0-E745-B02D-3DCC1C44936E}"/>
                  </a:ext>
                </a:extLst>
              </p:cNvPr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6200">
                <a:solidFill>
                  <a:schemeClr val="accent2">
                    <a:lumMod val="60000"/>
                    <a:lumOff val="40000"/>
                  </a:schemeClr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80000"/>
                  </a:lnSpc>
                </a:pPr>
                <a:r>
                  <a:rPr lang="en-US" sz="2000" b="1" dirty="0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Revenue</a:t>
                </a:r>
                <a:r>
                  <a:rPr lang="en-US" sz="2800" b="1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_</a:t>
                </a:r>
                <a:r>
                  <a:rPr lang="en-US" sz="2800" b="1" dirty="0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447C74-849A-FA45-94A5-42A20A0B2C0E}"/>
                  </a:ext>
                </a:extLst>
              </p:cNvPr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76200">
                <a:solidFill>
                  <a:schemeClr val="accent6">
                    <a:lumMod val="60000"/>
                    <a:lumOff val="40000"/>
                  </a:schemeClr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800" b="1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_</a:t>
                </a:r>
                <a:r>
                  <a:rPr lang="en-US" sz="2000" b="1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Expenses</a:t>
                </a:r>
                <a:endPara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66116F0-EFD1-1D42-93A4-25C271A8EFAA}"/>
                  </a:ext>
                </a:extLst>
              </p:cNvPr>
              <p:cNvCxnSpPr>
                <a:cxnSpLocks/>
                <a:stCxn id="45" idx="2"/>
              </p:cNvCxnSpPr>
              <p:nvPr/>
            </p:nvCxnSpPr>
            <p:spPr>
              <a:xfrm>
                <a:off x="7013902" y="4399871"/>
                <a:ext cx="7436" cy="434694"/>
              </a:xfrm>
              <a:prstGeom prst="line">
                <a:avLst/>
              </a:prstGeom>
              <a:ln w="76200">
                <a:solidFill>
                  <a:srgbClr val="9420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9704C7-709F-544C-A89E-7C8DCE0BCA2C}"/>
                </a:ext>
              </a:extLst>
            </p:cNvPr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>
              <a:solidFill>
                <a:schemeClr val="accent6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Assets</a:t>
              </a:r>
              <a:endParaRPr lang="en-US" sz="2800" b="1">
                <a:latin typeface="Avenir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F1A6A0D-8815-F841-B6AF-961D92BF5699}"/>
              </a:ext>
            </a:extLst>
          </p:cNvPr>
          <p:cNvGrpSpPr/>
          <p:nvPr/>
        </p:nvGrpSpPr>
        <p:grpSpPr>
          <a:xfrm>
            <a:off x="2458800" y="3135649"/>
            <a:ext cx="1620000" cy="823049"/>
            <a:chOff x="671549" y="1402787"/>
            <a:chExt cx="1620000" cy="2549293"/>
          </a:xfrm>
        </p:grpSpPr>
        <p:sp>
          <p:nvSpPr>
            <p:cNvPr id="75" name="L-Shape 74">
              <a:extLst>
                <a:ext uri="{FF2B5EF4-FFF2-40B4-BE49-F238E27FC236}">
                  <a16:creationId xmlns:a16="http://schemas.microsoft.com/office/drawing/2014/main" id="{40AFD111-C01B-474D-9CE9-92D7DED4680D}"/>
                </a:ext>
              </a:extLst>
            </p:cNvPr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>
                <a:latin typeface="Avenir"/>
              </a:endParaRPr>
            </a:p>
          </p:txBody>
        </p:sp>
        <p:sp>
          <p:nvSpPr>
            <p:cNvPr id="76" name="L-Shape 75">
              <a:extLst>
                <a:ext uri="{FF2B5EF4-FFF2-40B4-BE49-F238E27FC236}">
                  <a16:creationId xmlns:a16="http://schemas.microsoft.com/office/drawing/2014/main" id="{A05CE061-205B-DC4F-8FDE-954DCB992C30}"/>
                </a:ext>
              </a:extLst>
            </p:cNvPr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>
                <a:latin typeface="Avenir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223E90B-6A6B-1141-A651-0CC76824BD64}"/>
              </a:ext>
            </a:extLst>
          </p:cNvPr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Avenir"/>
              </a:rPr>
              <a:t>Cash at bank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37BC73F-6C09-3846-969F-9D9F0BD4F56E}"/>
              </a:ext>
            </a:extLst>
          </p:cNvPr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Avenir"/>
              </a:rPr>
              <a:t>Bank loan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AF78C35-DE89-ED4B-B9E2-054D93E394F4}"/>
              </a:ext>
            </a:extLst>
          </p:cNvPr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Avenir"/>
              </a:rPr>
              <a:t>30,000</a:t>
            </a:r>
          </a:p>
        </p:txBody>
      </p:sp>
      <p:sp>
        <p:nvSpPr>
          <p:cNvPr id="206" name="Down Arrow 205">
            <a:extLst>
              <a:ext uri="{FF2B5EF4-FFF2-40B4-BE49-F238E27FC236}">
                <a16:creationId xmlns:a16="http://schemas.microsoft.com/office/drawing/2014/main" id="{DF283A28-19DA-BB45-89DB-B37E818C679B}"/>
              </a:ext>
            </a:extLst>
          </p:cNvPr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031B2E0-821C-9544-BDBB-7BE8E8626AEE}"/>
              </a:ext>
            </a:extLst>
          </p:cNvPr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2"/>
                </a:solidFill>
                <a:latin typeface="Avenir"/>
              </a:rPr>
              <a:t>30,000</a:t>
            </a:r>
          </a:p>
        </p:txBody>
      </p:sp>
      <p:sp>
        <p:nvSpPr>
          <p:cNvPr id="208" name="Down Arrow 207">
            <a:extLst>
              <a:ext uri="{FF2B5EF4-FFF2-40B4-BE49-F238E27FC236}">
                <a16:creationId xmlns:a16="http://schemas.microsoft.com/office/drawing/2014/main" id="{CA42904E-03CE-7F4D-AFDF-7E39C972270E}"/>
              </a:ext>
            </a:extLst>
          </p:cNvPr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7165C54F-DEEF-8E4F-8153-F26E8569CBA2}"/>
              </a:ext>
            </a:extLst>
          </p:cNvPr>
          <p:cNvGrpSpPr>
            <a:grpSpLocks noChangeAspect="1"/>
          </p:cNvGrpSpPr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F7EA4154-958E-F04F-AE3B-F6F38D3B0CF7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C1AB0AF5-F3E5-6243-B2D2-B5B640E1AB29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1</a:t>
              </a: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EB39509A-6AED-B54E-8E0C-F78CAD8D721A}"/>
              </a:ext>
            </a:extLst>
          </p:cNvPr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99D93E88-A37F-6340-9178-872858ADD56C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B9FDC708-E4C4-3E40-9111-1C2324351BBD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1</a:t>
              </a:r>
            </a:p>
          </p:txBody>
        </p:sp>
      </p:grpSp>
      <p:sp>
        <p:nvSpPr>
          <p:cNvPr id="397" name="TextBox 396">
            <a:extLst>
              <a:ext uri="{FF2B5EF4-FFF2-40B4-BE49-F238E27FC236}">
                <a16:creationId xmlns:a16="http://schemas.microsoft.com/office/drawing/2014/main" id="{1FE8D7A1-DD8E-454B-AE1F-1E7879C864EB}"/>
              </a:ext>
            </a:extLst>
          </p:cNvPr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>
                <a:solidFill>
                  <a:schemeClr val="accent2"/>
                </a:solidFill>
                <a:latin typeface="Avenir"/>
              </a:rPr>
              <a:t>Sources of funds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BA236A56-DF2E-F243-8A1A-3BBEAA73DB64}"/>
              </a:ext>
            </a:extLst>
          </p:cNvPr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  <a:latin typeface="Avenir"/>
              </a:rPr>
              <a:t>Uses of funds</a:t>
            </a:r>
          </a:p>
        </p:txBody>
      </p: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4BF78748-8099-A04D-A988-CC7F94C0749B}"/>
              </a:ext>
            </a:extLst>
          </p:cNvPr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  <a:solidFill>
            <a:schemeClr val="accent2"/>
          </a:solidFill>
        </p:grpSpPr>
        <p:sp>
          <p:nvSpPr>
            <p:cNvPr id="436" name="L-Shape 435">
              <a:extLst>
                <a:ext uri="{FF2B5EF4-FFF2-40B4-BE49-F238E27FC236}">
                  <a16:creationId xmlns:a16="http://schemas.microsoft.com/office/drawing/2014/main" id="{15CC524B-0762-3D4A-B259-A2EBD694AAC2}"/>
                </a:ext>
              </a:extLst>
            </p:cNvPr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  <p:sp>
          <p:nvSpPr>
            <p:cNvPr id="437" name="L-Shape 436">
              <a:extLst>
                <a:ext uri="{FF2B5EF4-FFF2-40B4-BE49-F238E27FC236}">
                  <a16:creationId xmlns:a16="http://schemas.microsoft.com/office/drawing/2014/main" id="{A6B576E7-715E-EB4C-B7ED-9090BB358111}"/>
                </a:ext>
              </a:extLst>
            </p:cNvPr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CCFBB73-56FD-DF40-8F42-4940FD440409}"/>
              </a:ext>
            </a:extLst>
          </p:cNvPr>
          <p:cNvSpPr/>
          <p:nvPr/>
        </p:nvSpPr>
        <p:spPr>
          <a:xfrm>
            <a:off x="1164804" y="5085360"/>
            <a:ext cx="10538419" cy="1312708"/>
          </a:xfrm>
          <a:prstGeom prst="rect">
            <a:avLst/>
          </a:prstGeom>
          <a:solidFill>
            <a:schemeClr val="bg1">
              <a:lumMod val="9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BD9C84D-0A92-7643-A3F7-D4E92C23D672}"/>
              </a:ext>
            </a:extLst>
          </p:cNvPr>
          <p:cNvGrpSpPr/>
          <p:nvPr/>
        </p:nvGrpSpPr>
        <p:grpSpPr>
          <a:xfrm>
            <a:off x="1360481" y="5363381"/>
            <a:ext cx="10188967" cy="756004"/>
            <a:chOff x="926134" y="1719856"/>
            <a:chExt cx="9204181" cy="75014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EF5ADEC-2C1F-DC4A-B414-643B2DA86B55}"/>
                </a:ext>
              </a:extLst>
            </p:cNvPr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139700"/>
              <a:r>
                <a:rPr lang="ko-KR" alt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</a:t>
              </a:r>
              <a:endParaRPr lang="ko-KR" alt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62EE79A-FB49-3B49-A107-FDC1F44F1327}"/>
                </a:ext>
              </a:extLst>
            </p:cNvPr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Cash</a:t>
              </a:r>
            </a:p>
            <a:p>
              <a:pPr algn="ctr"/>
              <a:r>
                <a:rPr lang="en-GB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30,000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2F0E9FF-B4F8-A346-8CBF-E124CFF4FC30}"/>
                </a:ext>
              </a:extLst>
            </p:cNvPr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Bank loan</a:t>
              </a:r>
              <a:endParaRPr lang="en-GB" sz="1600" b="1">
                <a:solidFill>
                  <a:schemeClr val="bg1">
                    <a:lumMod val="75000"/>
                  </a:schemeClr>
                </a:solidFill>
                <a:latin typeface="Avenir"/>
                <a:ea typeface="Helvetica" charset="0"/>
                <a:cs typeface="Helvetica" charset="0"/>
              </a:endParaRPr>
            </a:p>
            <a:p>
              <a:pPr algn="ctr"/>
              <a:r>
                <a:rPr lang="en-GB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30,000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252780F-650D-0140-B8C6-6A6E6FFFD08B}"/>
                </a:ext>
              </a:extLst>
            </p:cNvPr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2400" b="1">
                  <a:latin typeface="Avenir"/>
                  <a:ea typeface="Helvetica" charset="0"/>
                  <a:cs typeface="Helvetica" charset="0"/>
                </a:rPr>
                <a:t>1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0E2A35F-4842-C247-AAE0-848921316DD7}"/>
              </a:ext>
            </a:extLst>
          </p:cNvPr>
          <p:cNvSpPr txBox="1"/>
          <p:nvPr/>
        </p:nvSpPr>
        <p:spPr>
          <a:xfrm>
            <a:off x="8183308" y="5359268"/>
            <a:ext cx="1683070" cy="75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Avenir"/>
                <a:ea typeface="Helvetica" charset="0"/>
                <a:cs typeface="Helvetica" charset="0"/>
              </a:rPr>
              <a:t>30,000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40A715-4210-D449-9255-68D6CDD829E0}"/>
              </a:ext>
            </a:extLst>
          </p:cNvPr>
          <p:cNvSpPr txBox="1"/>
          <p:nvPr/>
        </p:nvSpPr>
        <p:spPr>
          <a:xfrm>
            <a:off x="9866378" y="5363381"/>
            <a:ext cx="1683070" cy="75600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Avenir"/>
                <a:ea typeface="Helvetica" charset="0"/>
                <a:cs typeface="Helvetica" charset="0"/>
              </a:rPr>
              <a:t>30,000</a:t>
            </a:r>
          </a:p>
        </p:txBody>
      </p:sp>
      <p:sp>
        <p:nvSpPr>
          <p:cNvPr id="68" name="Down Arrow 67">
            <a:extLst>
              <a:ext uri="{FF2B5EF4-FFF2-40B4-BE49-F238E27FC236}">
                <a16:creationId xmlns:a16="http://schemas.microsoft.com/office/drawing/2014/main" id="{2882D725-2F75-E647-97F5-C6036E32EBA2}"/>
              </a:ext>
            </a:extLst>
          </p:cNvPr>
          <p:cNvSpPr/>
          <p:nvPr/>
        </p:nvSpPr>
        <p:spPr>
          <a:xfrm rot="10800000">
            <a:off x="153289" y="824059"/>
            <a:ext cx="950259" cy="1037381"/>
          </a:xfrm>
          <a:prstGeom prst="downArrow">
            <a:avLst/>
          </a:prstGeom>
          <a:solidFill>
            <a:schemeClr val="accent6">
              <a:alpha val="7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Down Arrow 68">
            <a:extLst>
              <a:ext uri="{FF2B5EF4-FFF2-40B4-BE49-F238E27FC236}">
                <a16:creationId xmlns:a16="http://schemas.microsoft.com/office/drawing/2014/main" id="{F05975AD-7D72-DD49-8430-EE7E714ED1A0}"/>
              </a:ext>
            </a:extLst>
          </p:cNvPr>
          <p:cNvSpPr/>
          <p:nvPr/>
        </p:nvSpPr>
        <p:spPr>
          <a:xfrm rot="10800000">
            <a:off x="11196000" y="826738"/>
            <a:ext cx="950259" cy="1037381"/>
          </a:xfrm>
          <a:prstGeom prst="downArrow">
            <a:avLst/>
          </a:prstGeom>
          <a:solidFill>
            <a:schemeClr val="accent2">
              <a:alpha val="7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93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-0.47864 -0.36365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32" y="-1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03033 -0.64097 " pathEditMode="relative" rAng="0" ptsTypes="AA">
                                      <p:cBhvr>
                                        <p:cTn id="48" dur="3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-3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17" grpId="0"/>
      <p:bldP spid="121" grpId="0"/>
      <p:bldP spid="206" grpId="0" animBg="1"/>
      <p:bldP spid="207" grpId="0"/>
      <p:bldP spid="208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/>
        </p:nvSpPr>
        <p:spPr>
          <a:xfrm>
            <a:off x="0" y="-60156"/>
            <a:ext cx="12192000" cy="168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97170" y="1829922"/>
            <a:ext cx="11166230" cy="419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Journal(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분개장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)은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일기를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뜻하는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단어와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같은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어원에서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나왔습니다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회계에서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journal은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거래를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회계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프레임워크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안에서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어떻게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기록해야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하는지를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설명하는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방식입니다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즉,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journal은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특정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자산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,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부채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또는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자본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계정의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증가와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감소를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기록한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회계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문서입니다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dirty="0"/>
          </a:p>
          <a:p>
            <a:pPr marL="457200" marR="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거래를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Debit (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차변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)과 Credit (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대변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으로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나누어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기록한다는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의미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입니다</a:t>
            </a:r>
            <a:r>
              <a:rPr lang="en-US" sz="3200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sz="3200" dirty="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marL="457200" marR="0" lvl="0" indent="-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dirty="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97170" y="2361927"/>
            <a:ext cx="11217030" cy="419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여러분은 도입 활동에서 journal(분개)을 이미 접하셨을 거예요.</a:t>
            </a:r>
            <a:b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우리는 그때 거래를 '분개'라고 부르지 않았지만, 사실 그것이 바로 분개입니다. </a:t>
            </a:r>
            <a:endParaRPr sz="160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75059" y="4710222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8"/>
          <p:cNvGrpSpPr/>
          <p:nvPr/>
        </p:nvGrpSpPr>
        <p:grpSpPr>
          <a:xfrm>
            <a:off x="770736" y="4988243"/>
            <a:ext cx="10188967" cy="756004"/>
            <a:chOff x="926134" y="1719856"/>
            <a:chExt cx="9204181" cy="750147"/>
          </a:xfrm>
        </p:grpSpPr>
        <p:sp>
          <p:nvSpPr>
            <p:cNvPr id="183" name="Google Shape;183;p18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Bank loan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7593563" y="4984130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276633" y="4988243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32298" y="2481416"/>
            <a:ext cx="3229421" cy="1511001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Green tickets are “</a:t>
            </a:r>
            <a:r>
              <a:rPr lang="en-US" sz="3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Debits</a:t>
            </a: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75059" y="4710222"/>
            <a:ext cx="10538419" cy="1312708"/>
          </a:xfrm>
          <a:prstGeom prst="rect">
            <a:avLst/>
          </a:prstGeom>
          <a:solidFill>
            <a:srgbClr val="F2F2F2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770736" y="4988243"/>
            <a:ext cx="10188967" cy="756004"/>
            <a:chOff x="926134" y="1719856"/>
            <a:chExt cx="9204181" cy="750147"/>
          </a:xfrm>
        </p:grpSpPr>
        <p:sp>
          <p:nvSpPr>
            <p:cNvPr id="198" name="Google Shape;198;p19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Bank loan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30,000</a:t>
              </a: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02" name="Google Shape;202;p19"/>
          <p:cNvSpPr txBox="1"/>
          <p:nvPr/>
        </p:nvSpPr>
        <p:spPr>
          <a:xfrm>
            <a:off x="7593563" y="4984130"/>
            <a:ext cx="168307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276633" y="4988243"/>
            <a:ext cx="168307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730282" y="2441661"/>
            <a:ext cx="3229421" cy="1511001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Orange tickets are “</a:t>
            </a:r>
            <a:r>
              <a:rPr lang="en-US" sz="3600" b="1">
                <a:solidFill>
                  <a:srgbClr val="C55A11"/>
                </a:solidFill>
                <a:latin typeface="Avenir"/>
                <a:ea typeface="Avenir"/>
                <a:cs typeface="Avenir"/>
                <a:sym typeface="Avenir"/>
              </a:rPr>
              <a:t>Credits</a:t>
            </a:r>
            <a:r>
              <a:rPr lang="en-US" sz="3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/>
        </p:nvSpPr>
        <p:spPr>
          <a:xfrm>
            <a:off x="6112111" y="0"/>
            <a:ext cx="6071834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055" y="0"/>
            <a:ext cx="6096000" cy="68580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1080824" y="2000379"/>
            <a:ext cx="3871609" cy="2937753"/>
            <a:chOff x="671549" y="1402787"/>
            <a:chExt cx="1620000" cy="2549293"/>
          </a:xfrm>
        </p:grpSpPr>
        <p:sp>
          <p:nvSpPr>
            <p:cNvPr id="213" name="Google Shape;213;p20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7239567" y="2000379"/>
            <a:ext cx="3871609" cy="2937753"/>
            <a:chOff x="671549" y="1402787"/>
            <a:chExt cx="1620000" cy="2549293"/>
          </a:xfrm>
        </p:grpSpPr>
        <p:sp>
          <p:nvSpPr>
            <p:cNvPr id="216" name="Google Shape;216;p20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 rot="10800000">
            <a:off x="1546559" y="2188875"/>
            <a:ext cx="1303506" cy="2315183"/>
            <a:chOff x="2086583" y="2684832"/>
            <a:chExt cx="1303506" cy="2315183"/>
          </a:xfrm>
        </p:grpSpPr>
        <p:sp>
          <p:nvSpPr>
            <p:cNvPr id="219" name="Google Shape;219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7707118" y="2188873"/>
            <a:ext cx="1303506" cy="2315183"/>
            <a:chOff x="2086583" y="2684832"/>
            <a:chExt cx="1303506" cy="2315183"/>
          </a:xfrm>
        </p:grpSpPr>
        <p:sp>
          <p:nvSpPr>
            <p:cNvPr id="222" name="Google Shape;222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3182806" y="2188873"/>
            <a:ext cx="1303506" cy="2315183"/>
            <a:chOff x="2086583" y="2684832"/>
            <a:chExt cx="1303506" cy="2315183"/>
          </a:xfrm>
        </p:grpSpPr>
        <p:sp>
          <p:nvSpPr>
            <p:cNvPr id="225" name="Google Shape;225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 rot="10800000">
            <a:off x="9343365" y="2188871"/>
            <a:ext cx="1303506" cy="2315183"/>
            <a:chOff x="2086583" y="2684832"/>
            <a:chExt cx="1303506" cy="2315183"/>
          </a:xfrm>
        </p:grpSpPr>
        <p:sp>
          <p:nvSpPr>
            <p:cNvPr id="228" name="Google Shape;228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 rot="10800000">
            <a:off x="1546558" y="2188874"/>
            <a:ext cx="1303506" cy="2315183"/>
            <a:chOff x="2086583" y="2684832"/>
            <a:chExt cx="1303506" cy="2315183"/>
          </a:xfrm>
        </p:grpSpPr>
        <p:sp>
          <p:nvSpPr>
            <p:cNvPr id="231" name="Google Shape;231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7707117" y="2188872"/>
            <a:ext cx="1303506" cy="2315183"/>
            <a:chOff x="2086583" y="2684832"/>
            <a:chExt cx="1303506" cy="2315183"/>
          </a:xfrm>
        </p:grpSpPr>
        <p:sp>
          <p:nvSpPr>
            <p:cNvPr id="234" name="Google Shape;234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3182805" y="2188872"/>
            <a:ext cx="1303506" cy="2315183"/>
            <a:chOff x="2086583" y="2684832"/>
            <a:chExt cx="1303506" cy="2315183"/>
          </a:xfrm>
        </p:grpSpPr>
        <p:sp>
          <p:nvSpPr>
            <p:cNvPr id="237" name="Google Shape;237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 rot="10800000">
            <a:off x="9343364" y="2188870"/>
            <a:ext cx="1303506" cy="2315183"/>
            <a:chOff x="2086583" y="2684832"/>
            <a:chExt cx="1303506" cy="2315183"/>
          </a:xfrm>
        </p:grpSpPr>
        <p:sp>
          <p:nvSpPr>
            <p:cNvPr id="240" name="Google Shape;240;p20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20"/>
          <p:cNvSpPr txBox="1"/>
          <p:nvPr/>
        </p:nvSpPr>
        <p:spPr>
          <a:xfrm>
            <a:off x="1080824" y="5048885"/>
            <a:ext cx="38716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239567" y="5087180"/>
            <a:ext cx="38716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351187" y="191264"/>
            <a:ext cx="33950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445735" y="191264"/>
            <a:ext cx="33950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713784" y="2584939"/>
            <a:ext cx="1683071" cy="7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107025" y="1871886"/>
            <a:ext cx="791999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713785" y="2657173"/>
            <a:ext cx="1683070" cy="756000"/>
          </a:xfrm>
          <a:prstGeom prst="rect">
            <a:avLst/>
          </a:prstGeom>
          <a:noFill/>
          <a:ln w="28575" cap="flat" cmpd="sng">
            <a:solidFill>
              <a:srgbClr val="54813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9401907" y="3408302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9401906" y="2589052"/>
            <a:ext cx="1683071" cy="7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C55A1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107024" y="5712272"/>
            <a:ext cx="9977952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 January: borrow money from lender – put into business bank account.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107026" y="2657173"/>
            <a:ext cx="632908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Cash at bank  [assets]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2795146" y="3410738"/>
            <a:ext cx="464096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 Bank loan [liabilities]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 rot="10800000">
            <a:off x="9179412" y="292683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 rot="10800000">
            <a:off x="10880508" y="36973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866185" y="4094364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554307" y="4845493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259426" y="4094364"/>
            <a:ext cx="632908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Dr. Cash at bank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2947546" y="4847929"/>
            <a:ext cx="464096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 Cr. Bank loan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B5DA-4DD2-6A53-942A-BCFB4D52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9104B17C-914A-A751-B5C2-8F52734ABD21}"/>
              </a:ext>
            </a:extLst>
          </p:cNvPr>
          <p:cNvSpPr txBox="1"/>
          <p:nvPr/>
        </p:nvSpPr>
        <p:spPr>
          <a:xfrm>
            <a:off x="4187006" y="133386"/>
            <a:ext cx="2774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venir"/>
              </a:rPr>
              <a:t>Global Books, Inc.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5CC6119-4398-1E83-7190-F3EA0AC9F253}"/>
              </a:ext>
            </a:extLst>
          </p:cNvPr>
          <p:cNvCxnSpPr>
            <a:cxnSpLocks/>
          </p:cNvCxnSpPr>
          <p:nvPr/>
        </p:nvCxnSpPr>
        <p:spPr>
          <a:xfrm>
            <a:off x="4316098" y="566860"/>
            <a:ext cx="337521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03B2CC5-73D1-E59A-EA64-10B955C50969}"/>
              </a:ext>
            </a:extLst>
          </p:cNvPr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5F716D0-774F-2ABA-658F-4B4CEE5F6B7F}"/>
                </a:ext>
              </a:extLst>
            </p:cNvPr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2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Equity</a:t>
              </a:r>
              <a:r>
                <a:rPr lang="en-US" sz="28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6CF933B-A5C0-9042-BE06-5DDDE3DDBB55}"/>
                </a:ext>
              </a:extLst>
            </p:cNvPr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>
              <a:solidFill>
                <a:srgbClr val="942093"/>
              </a:solidFill>
              <a:miter lim="800000"/>
            </a:ln>
          </p:spPr>
          <p:txBody>
            <a:bodyPr wrap="square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Profit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F0FE4C-5722-C45A-2058-25FD3418AC52}"/>
                </a:ext>
              </a:extLst>
            </p:cNvPr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2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Liabilities</a:t>
              </a:r>
              <a:r>
                <a:rPr lang="en-US" sz="28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91FE8E-3C5C-4F9C-B309-5CAD02C771FA}"/>
                </a:ext>
              </a:extLst>
            </p:cNvPr>
            <p:cNvGrpSpPr/>
            <p:nvPr/>
          </p:nvGrpSpPr>
          <p:grpSpPr>
            <a:xfrm>
              <a:off x="492858" y="3906157"/>
              <a:ext cx="11291146" cy="2763575"/>
              <a:chOff x="1354633" y="4399871"/>
              <a:chExt cx="9550931" cy="212195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A2FBEAD-983F-7029-27EB-28B4010195D3}"/>
                  </a:ext>
                </a:extLst>
              </p:cNvPr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>
                <a:solidFill>
                  <a:srgbClr val="942093"/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800" b="1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A13C8BD-6975-1AE1-A614-9809302CBDDC}"/>
                  </a:ext>
                </a:extLst>
              </p:cNvPr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6200">
                <a:solidFill>
                  <a:schemeClr val="accent2">
                    <a:lumMod val="60000"/>
                    <a:lumOff val="40000"/>
                  </a:schemeClr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80000"/>
                  </a:lnSpc>
                </a:pPr>
                <a:r>
                  <a:rPr lang="en-US" sz="2000" b="1" dirty="0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Revenue</a:t>
                </a:r>
                <a:r>
                  <a:rPr lang="en-US" sz="2800" b="1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_</a:t>
                </a:r>
                <a:r>
                  <a:rPr lang="en-US" sz="2800" b="1" dirty="0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2D8BD5-933E-0C7B-C728-628258D7A30B}"/>
                  </a:ext>
                </a:extLst>
              </p:cNvPr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76200">
                <a:solidFill>
                  <a:schemeClr val="accent6">
                    <a:lumMod val="60000"/>
                    <a:lumOff val="40000"/>
                  </a:schemeClr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800" b="1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_</a:t>
                </a:r>
                <a:r>
                  <a:rPr lang="en-US" sz="2000" b="1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Expenses</a:t>
                </a:r>
                <a:endPara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E7B1FC3-2346-F83D-2D81-DF4D340C10D3}"/>
                  </a:ext>
                </a:extLst>
              </p:cNvPr>
              <p:cNvCxnSpPr>
                <a:cxnSpLocks/>
                <a:stCxn id="45" idx="2"/>
              </p:cNvCxnSpPr>
              <p:nvPr/>
            </p:nvCxnSpPr>
            <p:spPr>
              <a:xfrm>
                <a:off x="7013902" y="4399871"/>
                <a:ext cx="7436" cy="434694"/>
              </a:xfrm>
              <a:prstGeom prst="line">
                <a:avLst/>
              </a:prstGeom>
              <a:ln w="76200">
                <a:solidFill>
                  <a:srgbClr val="9420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91B4E0-F377-6055-136F-7FC4A4F2E09F}"/>
                </a:ext>
              </a:extLst>
            </p:cNvPr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>
              <a:solidFill>
                <a:schemeClr val="accent6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Assets</a:t>
              </a:r>
              <a:endParaRPr lang="en-US" sz="2800" b="1">
                <a:latin typeface="Avenir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9375E66-E9F7-E55B-CB5D-006081C3FF96}"/>
              </a:ext>
            </a:extLst>
          </p:cNvPr>
          <p:cNvGrpSpPr/>
          <p:nvPr/>
        </p:nvGrpSpPr>
        <p:grpSpPr>
          <a:xfrm>
            <a:off x="2458800" y="3135649"/>
            <a:ext cx="1620000" cy="823049"/>
            <a:chOff x="671549" y="1402787"/>
            <a:chExt cx="1620000" cy="2549293"/>
          </a:xfrm>
        </p:grpSpPr>
        <p:sp>
          <p:nvSpPr>
            <p:cNvPr id="75" name="L-Shape 74">
              <a:extLst>
                <a:ext uri="{FF2B5EF4-FFF2-40B4-BE49-F238E27FC236}">
                  <a16:creationId xmlns:a16="http://schemas.microsoft.com/office/drawing/2014/main" id="{D62DDF32-2C03-F8ED-8BC6-17D691D3C119}"/>
                </a:ext>
              </a:extLst>
            </p:cNvPr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>
                <a:latin typeface="Avenir"/>
              </a:endParaRPr>
            </a:p>
          </p:txBody>
        </p:sp>
        <p:sp>
          <p:nvSpPr>
            <p:cNvPr id="76" name="L-Shape 75">
              <a:extLst>
                <a:ext uri="{FF2B5EF4-FFF2-40B4-BE49-F238E27FC236}">
                  <a16:creationId xmlns:a16="http://schemas.microsoft.com/office/drawing/2014/main" id="{830E13E2-25EA-07C5-02D9-6CD70F019B36}"/>
                </a:ext>
              </a:extLst>
            </p:cNvPr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>
                <a:latin typeface="Avenir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4C72DC6-0F1D-913A-9656-9CD650F2E875}"/>
              </a:ext>
            </a:extLst>
          </p:cNvPr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Avenir"/>
              </a:rPr>
              <a:t>Cash at bank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DAB01C6-C163-8C2B-33E9-36B625A16C02}"/>
              </a:ext>
            </a:extLst>
          </p:cNvPr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Avenir"/>
              </a:rPr>
              <a:t>Bank loan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E817BC9-8373-3609-AC77-3636C5910DB3}"/>
              </a:ext>
            </a:extLst>
          </p:cNvPr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Avenir"/>
              </a:rPr>
              <a:t>30,000</a:t>
            </a:r>
          </a:p>
        </p:txBody>
      </p:sp>
      <p:sp>
        <p:nvSpPr>
          <p:cNvPr id="206" name="Down Arrow 205">
            <a:extLst>
              <a:ext uri="{FF2B5EF4-FFF2-40B4-BE49-F238E27FC236}">
                <a16:creationId xmlns:a16="http://schemas.microsoft.com/office/drawing/2014/main" id="{70DF47C8-431B-27E9-82C9-0EC70D55B62B}"/>
              </a:ext>
            </a:extLst>
          </p:cNvPr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659D985-08B1-6D51-AB7C-3AA486D83260}"/>
              </a:ext>
            </a:extLst>
          </p:cNvPr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2"/>
                </a:solidFill>
                <a:latin typeface="Avenir"/>
              </a:rPr>
              <a:t>30,000</a:t>
            </a:r>
          </a:p>
        </p:txBody>
      </p:sp>
      <p:sp>
        <p:nvSpPr>
          <p:cNvPr id="208" name="Down Arrow 207">
            <a:extLst>
              <a:ext uri="{FF2B5EF4-FFF2-40B4-BE49-F238E27FC236}">
                <a16:creationId xmlns:a16="http://schemas.microsoft.com/office/drawing/2014/main" id="{6F0F4386-B3AB-1760-3B3D-9C05EB7ADCBB}"/>
              </a:ext>
            </a:extLst>
          </p:cNvPr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864EF1F7-8E29-BA61-1C42-3AD898F2BA91}"/>
              </a:ext>
            </a:extLst>
          </p:cNvPr>
          <p:cNvGrpSpPr>
            <a:grpSpLocks noChangeAspect="1"/>
          </p:cNvGrpSpPr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F9C29A55-FA5C-549B-53DF-663293899961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F7C6616C-5FA3-AE85-612D-05E9423ABE38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1</a:t>
              </a: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34B29961-D133-D87A-1324-B73ACE45CC1E}"/>
              </a:ext>
            </a:extLst>
          </p:cNvPr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B235E18C-12D6-E951-5C49-92C883E746BD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13E62C0B-19DC-0374-0368-B26999FE5D01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1</a:t>
              </a:r>
            </a:p>
          </p:txBody>
        </p:sp>
      </p:grpSp>
      <p:sp>
        <p:nvSpPr>
          <p:cNvPr id="397" name="TextBox 396">
            <a:extLst>
              <a:ext uri="{FF2B5EF4-FFF2-40B4-BE49-F238E27FC236}">
                <a16:creationId xmlns:a16="http://schemas.microsoft.com/office/drawing/2014/main" id="{494CAEAF-7D19-4CF6-6E62-13FD3E4B0C3A}"/>
              </a:ext>
            </a:extLst>
          </p:cNvPr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>
                <a:solidFill>
                  <a:schemeClr val="accent2"/>
                </a:solidFill>
                <a:latin typeface="Avenir"/>
              </a:rPr>
              <a:t>Sources of funds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69E96FCF-8B0E-29D4-E45D-D63101277056}"/>
              </a:ext>
            </a:extLst>
          </p:cNvPr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  <a:latin typeface="Avenir"/>
              </a:rPr>
              <a:t>Uses of funds</a:t>
            </a:r>
          </a:p>
        </p:txBody>
      </p: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97A2D334-BBC5-20A9-E2CB-3E3ABB2C1EDC}"/>
              </a:ext>
            </a:extLst>
          </p:cNvPr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  <a:solidFill>
            <a:schemeClr val="accent2"/>
          </a:solidFill>
        </p:grpSpPr>
        <p:sp>
          <p:nvSpPr>
            <p:cNvPr id="436" name="L-Shape 435">
              <a:extLst>
                <a:ext uri="{FF2B5EF4-FFF2-40B4-BE49-F238E27FC236}">
                  <a16:creationId xmlns:a16="http://schemas.microsoft.com/office/drawing/2014/main" id="{B214CE9F-66C2-E033-C3F7-6135E419BE63}"/>
                </a:ext>
              </a:extLst>
            </p:cNvPr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  <p:sp>
          <p:nvSpPr>
            <p:cNvPr id="437" name="L-Shape 436">
              <a:extLst>
                <a:ext uri="{FF2B5EF4-FFF2-40B4-BE49-F238E27FC236}">
                  <a16:creationId xmlns:a16="http://schemas.microsoft.com/office/drawing/2014/main" id="{50A88CE4-AA3E-8F96-CBA5-07F5D6BD968A}"/>
                </a:ext>
              </a:extLst>
            </p:cNvPr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E82E5589-12C6-FD80-59AA-192919350DE0}"/>
              </a:ext>
            </a:extLst>
          </p:cNvPr>
          <p:cNvSpPr/>
          <p:nvPr/>
        </p:nvSpPr>
        <p:spPr>
          <a:xfrm>
            <a:off x="1164804" y="5085360"/>
            <a:ext cx="10538419" cy="1312708"/>
          </a:xfrm>
          <a:prstGeom prst="rect">
            <a:avLst/>
          </a:prstGeom>
          <a:solidFill>
            <a:schemeClr val="bg1">
              <a:lumMod val="9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D4B1AC5-D1C6-0035-BD4D-E26FE7BAB97B}"/>
              </a:ext>
            </a:extLst>
          </p:cNvPr>
          <p:cNvGrpSpPr/>
          <p:nvPr/>
        </p:nvGrpSpPr>
        <p:grpSpPr>
          <a:xfrm>
            <a:off x="1360481" y="5363381"/>
            <a:ext cx="10188967" cy="756004"/>
            <a:chOff x="926134" y="1719856"/>
            <a:chExt cx="9204181" cy="75014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6F7713-8606-B935-8BB6-F3ADA68621D1}"/>
                </a:ext>
              </a:extLst>
            </p:cNvPr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139700"/>
              <a:r>
                <a:rPr lang="ko-KR" alt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대출기관에서 돈을 빌려 사업용 계좌에 입금하다</a:t>
              </a:r>
              <a:endParaRPr lang="ko-KR" alt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2E20B56-7492-1E32-F907-2264D74091C9}"/>
                </a:ext>
              </a:extLst>
            </p:cNvPr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Cash</a:t>
              </a:r>
            </a:p>
            <a:p>
              <a:pPr algn="ctr"/>
              <a:r>
                <a:rPr lang="en-GB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30,000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004FD51-2425-7327-6CF8-454EE751517D}"/>
                </a:ext>
              </a:extLst>
            </p:cNvPr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Bank loan</a:t>
              </a:r>
              <a:endParaRPr lang="en-GB" sz="1600" b="1">
                <a:solidFill>
                  <a:schemeClr val="bg1">
                    <a:lumMod val="75000"/>
                  </a:schemeClr>
                </a:solidFill>
                <a:latin typeface="Avenir"/>
                <a:ea typeface="Helvetica" charset="0"/>
                <a:cs typeface="Helvetica" charset="0"/>
              </a:endParaRPr>
            </a:p>
            <a:p>
              <a:pPr algn="ctr"/>
              <a:r>
                <a:rPr lang="en-GB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30,000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5BB5141-E852-04EF-F3BA-80A7527158C3}"/>
                </a:ext>
              </a:extLst>
            </p:cNvPr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2400" b="1">
                  <a:latin typeface="Avenir"/>
                  <a:ea typeface="Helvetica" charset="0"/>
                  <a:cs typeface="Helvetica" charset="0"/>
                </a:rPr>
                <a:t>1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2240B0E3-879C-C6C4-CD4C-CDAF7822DE34}"/>
              </a:ext>
            </a:extLst>
          </p:cNvPr>
          <p:cNvSpPr txBox="1"/>
          <p:nvPr/>
        </p:nvSpPr>
        <p:spPr>
          <a:xfrm>
            <a:off x="8183308" y="5359268"/>
            <a:ext cx="1683070" cy="75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Avenir"/>
                <a:ea typeface="Helvetica" charset="0"/>
                <a:cs typeface="Helvetica" charset="0"/>
              </a:rPr>
              <a:t>30,000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4FFF15-0CA5-9617-9798-BFE9503106F3}"/>
              </a:ext>
            </a:extLst>
          </p:cNvPr>
          <p:cNvSpPr txBox="1"/>
          <p:nvPr/>
        </p:nvSpPr>
        <p:spPr>
          <a:xfrm>
            <a:off x="9866378" y="5363381"/>
            <a:ext cx="1683070" cy="75600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Avenir"/>
                <a:ea typeface="Helvetica" charset="0"/>
                <a:cs typeface="Helvetica" charset="0"/>
              </a:rPr>
              <a:t>30,000</a:t>
            </a:r>
          </a:p>
        </p:txBody>
      </p:sp>
      <p:sp>
        <p:nvSpPr>
          <p:cNvPr id="68" name="Down Arrow 67">
            <a:extLst>
              <a:ext uri="{FF2B5EF4-FFF2-40B4-BE49-F238E27FC236}">
                <a16:creationId xmlns:a16="http://schemas.microsoft.com/office/drawing/2014/main" id="{A412D737-A55C-D71B-9890-145AB635CE4B}"/>
              </a:ext>
            </a:extLst>
          </p:cNvPr>
          <p:cNvSpPr/>
          <p:nvPr/>
        </p:nvSpPr>
        <p:spPr>
          <a:xfrm rot="10800000">
            <a:off x="153289" y="824059"/>
            <a:ext cx="950259" cy="1037381"/>
          </a:xfrm>
          <a:prstGeom prst="downArrow">
            <a:avLst/>
          </a:prstGeom>
          <a:solidFill>
            <a:schemeClr val="accent6">
              <a:alpha val="7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Down Arrow 68">
            <a:extLst>
              <a:ext uri="{FF2B5EF4-FFF2-40B4-BE49-F238E27FC236}">
                <a16:creationId xmlns:a16="http://schemas.microsoft.com/office/drawing/2014/main" id="{9F042C42-7D55-E18A-D564-D7BCFD32997A}"/>
              </a:ext>
            </a:extLst>
          </p:cNvPr>
          <p:cNvSpPr/>
          <p:nvPr/>
        </p:nvSpPr>
        <p:spPr>
          <a:xfrm rot="10800000">
            <a:off x="11196000" y="826738"/>
            <a:ext cx="950259" cy="1037381"/>
          </a:xfrm>
          <a:prstGeom prst="downArrow">
            <a:avLst/>
          </a:prstGeom>
          <a:solidFill>
            <a:schemeClr val="accent2">
              <a:alpha val="7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35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-0.47864 -0.36365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32" y="-1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03033 -0.64097 " pathEditMode="relative" rAng="0" ptsTypes="AA">
                                      <p:cBhvr>
                                        <p:cTn id="48" dur="3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-3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17" grpId="0"/>
      <p:bldP spid="121" grpId="0"/>
      <p:bldP spid="206" grpId="0" animBg="1"/>
      <p:bldP spid="207" grpId="0"/>
      <p:bldP spid="208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/>
          <p:nvPr/>
        </p:nvSpPr>
        <p:spPr>
          <a:xfrm>
            <a:off x="4187006" y="284371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9" name="Google Shape;319;p23"/>
          <p:cNvCxnSpPr/>
          <p:nvPr/>
        </p:nvCxnSpPr>
        <p:spPr>
          <a:xfrm>
            <a:off x="4316098" y="717845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320" name="Google Shape;320;p23"/>
          <p:cNvGrpSpPr/>
          <p:nvPr/>
        </p:nvGrpSpPr>
        <p:grpSpPr>
          <a:xfrm>
            <a:off x="1284576" y="2130924"/>
            <a:ext cx="10188969" cy="756004"/>
            <a:chOff x="926134" y="1719856"/>
            <a:chExt cx="9204181" cy="750147"/>
          </a:xfrm>
        </p:grpSpPr>
        <p:sp>
          <p:nvSpPr>
            <p:cNvPr id="321" name="Google Shape;321;p23"/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3970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소유주가 자금을 출자하여 사업용 계좌에 입금함. 대출이 아님.</a:t>
              </a:r>
              <a:endParaRPr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rgbClr val="E1EFD8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Cash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20,000</a:t>
              </a:r>
              <a:endParaRPr/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rgbClr val="FBE4D4"/>
            </a:solidFill>
            <a:ln w="9525" cap="flat" cmpd="sng">
              <a:solidFill>
                <a:srgbClr val="BFBFBF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contributed capital</a:t>
              </a:r>
              <a:endParaRPr sz="1600" b="1">
                <a:solidFill>
                  <a:srgbClr val="BFBFBF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BFBFBF"/>
                  </a:solidFill>
                  <a:latin typeface="Avenir"/>
                  <a:ea typeface="Avenir"/>
                  <a:cs typeface="Avenir"/>
                  <a:sym typeface="Avenir"/>
                </a:rPr>
                <a:t>20,000</a:t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sp>
        <p:nvSpPr>
          <p:cNvPr id="325" name="Google Shape;325;p23"/>
          <p:cNvSpPr txBox="1"/>
          <p:nvPr/>
        </p:nvSpPr>
        <p:spPr>
          <a:xfrm>
            <a:off x="8109273" y="2128492"/>
            <a:ext cx="1681200" cy="756000"/>
          </a:xfrm>
          <a:prstGeom prst="rect">
            <a:avLst/>
          </a:prstGeom>
          <a:solidFill>
            <a:srgbClr val="548135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9792343" y="2128492"/>
            <a:ext cx="1681200" cy="756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1284578" y="1520543"/>
            <a:ext cx="2024679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 January</a:t>
            </a:r>
            <a:endParaRPr sz="213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Journals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1107025" y="1744565"/>
            <a:ext cx="791999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1107024" y="5871743"/>
            <a:ext cx="11084976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소유주가 자금을 출자하여 사업용 계좌에 입금함. 대출이 아님.</a:t>
            </a:r>
            <a:endParaRPr sz="280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1107026" y="2622448"/>
            <a:ext cx="6601708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  [assets]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2795146" y="3376013"/>
            <a:ext cx="6601708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  [equity]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7713785" y="2622448"/>
            <a:ext cx="1683070" cy="756000"/>
          </a:xfrm>
          <a:prstGeom prst="rect">
            <a:avLst/>
          </a:prstGeom>
          <a:noFill/>
          <a:ln w="28575" cap="flat" cmpd="sng">
            <a:solidFill>
              <a:srgbClr val="548135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9401907" y="3373577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 rot="10800000">
            <a:off x="9179412" y="289210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 rot="10800000">
            <a:off x="10880508" y="366264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 txBox="1"/>
          <p:nvPr/>
        </p:nvSpPr>
        <p:spPr>
          <a:xfrm>
            <a:off x="1259426" y="4175387"/>
            <a:ext cx="6601708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  [assets]</a:t>
            </a:r>
            <a:endParaRPr dirty="0"/>
          </a:p>
        </p:txBody>
      </p:sp>
      <p:sp>
        <p:nvSpPr>
          <p:cNvPr id="343" name="Google Shape;343;p24"/>
          <p:cNvSpPr txBox="1"/>
          <p:nvPr/>
        </p:nvSpPr>
        <p:spPr>
          <a:xfrm>
            <a:off x="2947546" y="4928952"/>
            <a:ext cx="6601708" cy="75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39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  [equity]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7866185" y="4175387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9554307" y="4926516"/>
            <a:ext cx="1683070" cy="7560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B0CB96DC-198E-CD4D-970B-BCF8959BDC4C}"/>
              </a:ext>
            </a:extLst>
          </p:cNvPr>
          <p:cNvSpPr txBox="1"/>
          <p:nvPr/>
        </p:nvSpPr>
        <p:spPr>
          <a:xfrm>
            <a:off x="4187006" y="133386"/>
            <a:ext cx="2774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Avenir"/>
              </a:rPr>
              <a:t>Global Books, Inc.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43F703A-E4E7-1244-AF50-4F47AD797F1D}"/>
              </a:ext>
            </a:extLst>
          </p:cNvPr>
          <p:cNvCxnSpPr>
            <a:cxnSpLocks/>
          </p:cNvCxnSpPr>
          <p:nvPr/>
        </p:nvCxnSpPr>
        <p:spPr>
          <a:xfrm>
            <a:off x="4316098" y="566860"/>
            <a:ext cx="337521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EEEED1-A67F-7B4D-B573-1C8C8F9E4DA0}"/>
              </a:ext>
            </a:extLst>
          </p:cNvPr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E8333C-28AA-F44C-9287-DF6C682DED39}"/>
                </a:ext>
              </a:extLst>
            </p:cNvPr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2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Equity</a:t>
              </a:r>
              <a:r>
                <a:rPr lang="en-US" sz="28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3DB63F-71A1-0948-814E-E6EC32BDC714}"/>
                </a:ext>
              </a:extLst>
            </p:cNvPr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>
              <a:solidFill>
                <a:srgbClr val="942093"/>
              </a:solidFill>
              <a:miter lim="800000"/>
            </a:ln>
          </p:spPr>
          <p:txBody>
            <a:bodyPr wrap="square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Profit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339F0E-00F1-7A45-AD15-733A9D47733A}"/>
                </a:ext>
              </a:extLst>
            </p:cNvPr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2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Liabilities</a:t>
              </a:r>
              <a:r>
                <a:rPr lang="en-US" sz="28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1BD936-11DF-914A-9814-58487BB1FF7E}"/>
                </a:ext>
              </a:extLst>
            </p:cNvPr>
            <p:cNvGrpSpPr/>
            <p:nvPr/>
          </p:nvGrpSpPr>
          <p:grpSpPr>
            <a:xfrm>
              <a:off x="492858" y="3906157"/>
              <a:ext cx="11291146" cy="2763575"/>
              <a:chOff x="1354633" y="4399871"/>
              <a:chExt cx="9550931" cy="212195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AAFA65-E071-7B4C-BF50-653A0B9C6101}"/>
                  </a:ext>
                </a:extLst>
              </p:cNvPr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>
                <a:solidFill>
                  <a:srgbClr val="942093"/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800" b="1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5DA1B8-72F0-E745-B02D-3DCC1C44936E}"/>
                  </a:ext>
                </a:extLst>
              </p:cNvPr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76200">
                <a:solidFill>
                  <a:schemeClr val="accent2">
                    <a:lumMod val="60000"/>
                    <a:lumOff val="40000"/>
                  </a:schemeClr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 algn="r">
                  <a:lnSpc>
                    <a:spcPct val="80000"/>
                  </a:lnSpc>
                </a:pPr>
                <a:r>
                  <a:rPr lang="en-US" sz="2000" b="1" dirty="0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Revenue</a:t>
                </a:r>
                <a:r>
                  <a:rPr lang="en-US" sz="2800" b="1" dirty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_</a:t>
                </a:r>
                <a:r>
                  <a:rPr lang="en-US" sz="2800" b="1" dirty="0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447C74-849A-FA45-94A5-42A20A0B2C0E}"/>
                  </a:ext>
                </a:extLst>
              </p:cNvPr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76200">
                <a:solidFill>
                  <a:schemeClr val="accent6">
                    <a:lumMod val="60000"/>
                    <a:lumOff val="40000"/>
                  </a:schemeClr>
                </a:solidFill>
                <a:miter lim="800000"/>
              </a:ln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800" b="1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_</a:t>
                </a:r>
                <a:r>
                  <a:rPr lang="en-US" sz="2000" b="1">
                    <a:latin typeface="Avenir"/>
                    <a:ea typeface="Helvetica Neue" panose="02000503000000020004" pitchFamily="2" charset="0"/>
                    <a:cs typeface="Helvetica Neue" panose="02000503000000020004" pitchFamily="2" charset="0"/>
                  </a:rPr>
                  <a:t>Expenses</a:t>
                </a:r>
                <a:endParaRPr lang="en-US" sz="28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66116F0-EFD1-1D42-93A4-25C271A8EFAA}"/>
                  </a:ext>
                </a:extLst>
              </p:cNvPr>
              <p:cNvCxnSpPr>
                <a:cxnSpLocks/>
                <a:stCxn id="45" idx="2"/>
              </p:cNvCxnSpPr>
              <p:nvPr/>
            </p:nvCxnSpPr>
            <p:spPr>
              <a:xfrm>
                <a:off x="7013902" y="4399871"/>
                <a:ext cx="7436" cy="434694"/>
              </a:xfrm>
              <a:prstGeom prst="line">
                <a:avLst/>
              </a:prstGeom>
              <a:ln w="76200">
                <a:solidFill>
                  <a:srgbClr val="94209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9704C7-709F-544C-A89E-7C8DCE0BCA2C}"/>
                </a:ext>
              </a:extLst>
            </p:cNvPr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>
              <a:solidFill>
                <a:schemeClr val="accent6">
                  <a:lumMod val="60000"/>
                  <a:lumOff val="40000"/>
                </a:schemeClr>
              </a:solidFill>
              <a:miter lim="800000"/>
            </a:ln>
          </p:spPr>
          <p:txBody>
            <a:bodyPr wrap="square" rtlCol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800" b="1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_</a:t>
              </a:r>
              <a:r>
                <a:rPr lang="en-US" sz="2000" b="1">
                  <a:latin typeface="Avenir"/>
                  <a:ea typeface="Helvetica Neue" panose="02000503000000020004" pitchFamily="2" charset="0"/>
                  <a:cs typeface="Helvetica Neue" panose="02000503000000020004" pitchFamily="2" charset="0"/>
                </a:rPr>
                <a:t>Assets</a:t>
              </a:r>
              <a:endParaRPr lang="en-US" sz="2800" b="1">
                <a:latin typeface="Avenir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F1A6A0D-8815-F841-B6AF-961D92BF5699}"/>
              </a:ext>
            </a:extLst>
          </p:cNvPr>
          <p:cNvGrpSpPr/>
          <p:nvPr/>
        </p:nvGrpSpPr>
        <p:grpSpPr>
          <a:xfrm>
            <a:off x="2458800" y="3135648"/>
            <a:ext cx="1620000" cy="823049"/>
            <a:chOff x="671549" y="1402787"/>
            <a:chExt cx="1620000" cy="2549293"/>
          </a:xfrm>
        </p:grpSpPr>
        <p:sp>
          <p:nvSpPr>
            <p:cNvPr id="75" name="L-Shape 74">
              <a:extLst>
                <a:ext uri="{FF2B5EF4-FFF2-40B4-BE49-F238E27FC236}">
                  <a16:creationId xmlns:a16="http://schemas.microsoft.com/office/drawing/2014/main" id="{40AFD111-C01B-474D-9CE9-92D7DED4680D}"/>
                </a:ext>
              </a:extLst>
            </p:cNvPr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>
                <a:latin typeface="Avenir"/>
              </a:endParaRPr>
            </a:p>
          </p:txBody>
        </p:sp>
        <p:sp>
          <p:nvSpPr>
            <p:cNvPr id="76" name="L-Shape 75">
              <a:extLst>
                <a:ext uri="{FF2B5EF4-FFF2-40B4-BE49-F238E27FC236}">
                  <a16:creationId xmlns:a16="http://schemas.microsoft.com/office/drawing/2014/main" id="{A05CE061-205B-DC4F-8FDE-954DCB992C30}"/>
                </a:ext>
              </a:extLst>
            </p:cNvPr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>
                <a:latin typeface="Avenir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223E90B-6A6B-1141-A651-0CC76824BD64}"/>
              </a:ext>
            </a:extLst>
          </p:cNvPr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Avenir"/>
              </a:rPr>
              <a:t>Cash at bank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37BC73F-6C09-3846-969F-9D9F0BD4F56E}"/>
              </a:ext>
            </a:extLst>
          </p:cNvPr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Avenir"/>
              </a:rPr>
              <a:t>Bank loan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AF78C35-DE89-ED4B-B9E2-054D93E394F4}"/>
              </a:ext>
            </a:extLst>
          </p:cNvPr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Avenir"/>
              </a:rPr>
              <a:t>30,000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E437928-42EA-BF44-9750-7DDD88EE0279}"/>
              </a:ext>
            </a:extLst>
          </p:cNvPr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Avenir"/>
              </a:rPr>
              <a:t>20,000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244EA70-5881-3148-80B9-6DFFE16A9FDA}"/>
              </a:ext>
            </a:extLst>
          </p:cNvPr>
          <p:cNvSpPr txBox="1"/>
          <p:nvPr/>
        </p:nvSpPr>
        <p:spPr>
          <a:xfrm>
            <a:off x="9914674" y="3924000"/>
            <a:ext cx="184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venir"/>
              </a:rPr>
              <a:t>Contributed capital</a:t>
            </a:r>
          </a:p>
        </p:txBody>
      </p:sp>
      <p:sp>
        <p:nvSpPr>
          <p:cNvPr id="205" name="Down Arrow 204">
            <a:extLst>
              <a:ext uri="{FF2B5EF4-FFF2-40B4-BE49-F238E27FC236}">
                <a16:creationId xmlns:a16="http://schemas.microsoft.com/office/drawing/2014/main" id="{06655FC9-46C0-8340-9B86-492124572EDB}"/>
              </a:ext>
            </a:extLst>
          </p:cNvPr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Down Arrow 205">
            <a:extLst>
              <a:ext uri="{FF2B5EF4-FFF2-40B4-BE49-F238E27FC236}">
                <a16:creationId xmlns:a16="http://schemas.microsoft.com/office/drawing/2014/main" id="{DF283A28-19DA-BB45-89DB-B37E818C679B}"/>
              </a:ext>
            </a:extLst>
          </p:cNvPr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031B2E0-821C-9544-BDBB-7BE8E8626AEE}"/>
              </a:ext>
            </a:extLst>
          </p:cNvPr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2"/>
                </a:solidFill>
                <a:latin typeface="Avenir"/>
              </a:rPr>
              <a:t>30,000</a:t>
            </a:r>
          </a:p>
        </p:txBody>
      </p:sp>
      <p:sp>
        <p:nvSpPr>
          <p:cNvPr id="208" name="Down Arrow 207">
            <a:extLst>
              <a:ext uri="{FF2B5EF4-FFF2-40B4-BE49-F238E27FC236}">
                <a16:creationId xmlns:a16="http://schemas.microsoft.com/office/drawing/2014/main" id="{CA42904E-03CE-7F4D-AFDF-7E39C972270E}"/>
              </a:ext>
            </a:extLst>
          </p:cNvPr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BE8AEB2-6A45-E64A-8F5D-ADD7C54979A7}"/>
              </a:ext>
            </a:extLst>
          </p:cNvPr>
          <p:cNvSpPr txBox="1"/>
          <p:nvPr/>
        </p:nvSpPr>
        <p:spPr>
          <a:xfrm>
            <a:off x="10776926" y="3605780"/>
            <a:ext cx="81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>
                <a:solidFill>
                  <a:schemeClr val="accent2"/>
                </a:solidFill>
                <a:latin typeface="Avenir"/>
              </a:rPr>
              <a:t>20,000</a:t>
            </a:r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268F4D50-BB31-204D-9E04-6E1CD0EFBD66}"/>
              </a:ext>
            </a:extLst>
          </p:cNvPr>
          <p:cNvGrpSpPr>
            <a:grpSpLocks noChangeAspect="1"/>
          </p:cNvGrpSpPr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782A7A6F-7C88-A64A-BBBA-21033EE9301B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DA43ACE3-A9BE-1749-B78B-EBAC46A85790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2</a:t>
              </a: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7165C54F-DEEF-8E4F-8153-F26E8569CBA2}"/>
              </a:ext>
            </a:extLst>
          </p:cNvPr>
          <p:cNvGrpSpPr>
            <a:grpSpLocks noChangeAspect="1"/>
          </p:cNvGrpSpPr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F7EA4154-958E-F04F-AE3B-F6F38D3B0CF7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C1AB0AF5-F3E5-6243-B2D2-B5B640E1AB29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1</a:t>
              </a: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EB39509A-6AED-B54E-8E0C-F78CAD8D721A}"/>
              </a:ext>
            </a:extLst>
          </p:cNvPr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99D93E88-A37F-6340-9178-872858ADD56C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B9FDC708-E4C4-3E40-9111-1C2324351BBD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1</a:t>
              </a: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78069252-B7CC-2040-ACB1-7ABB3C535C16}"/>
              </a:ext>
            </a:extLst>
          </p:cNvPr>
          <p:cNvGrpSpPr/>
          <p:nvPr/>
        </p:nvGrpSpPr>
        <p:grpSpPr>
          <a:xfrm>
            <a:off x="10116000" y="3650400"/>
            <a:ext cx="245580" cy="224238"/>
            <a:chOff x="802803" y="3715228"/>
            <a:chExt cx="245580" cy="224238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B5B11F87-FF18-FA41-B3A7-F478BDA13F98}"/>
                </a:ext>
              </a:extLst>
            </p:cNvPr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" b="1">
                <a:solidFill>
                  <a:schemeClr val="tx1">
                    <a:lumMod val="50000"/>
                    <a:lumOff val="50000"/>
                  </a:schemeClr>
                </a:solidFill>
                <a:latin typeface="Avenir"/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92185CF5-72CD-6D45-A2D2-04FE2E48A2FF}"/>
                </a:ext>
              </a:extLst>
            </p:cNvPr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venir"/>
                </a:rPr>
                <a:t>2</a:t>
              </a:r>
            </a:p>
          </p:txBody>
        </p:sp>
      </p:grpSp>
      <p:sp>
        <p:nvSpPr>
          <p:cNvPr id="397" name="TextBox 396">
            <a:extLst>
              <a:ext uri="{FF2B5EF4-FFF2-40B4-BE49-F238E27FC236}">
                <a16:creationId xmlns:a16="http://schemas.microsoft.com/office/drawing/2014/main" id="{1FE8D7A1-DD8E-454B-AE1F-1E7879C864EB}"/>
              </a:ext>
            </a:extLst>
          </p:cNvPr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>
                <a:solidFill>
                  <a:schemeClr val="accent2"/>
                </a:solidFill>
                <a:latin typeface="Avenir"/>
              </a:rPr>
              <a:t>Sources of funds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BA236A56-DF2E-F243-8A1A-3BBEAA73DB64}"/>
              </a:ext>
            </a:extLst>
          </p:cNvPr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  <a:latin typeface="Avenir"/>
              </a:rPr>
              <a:t>Uses of funds</a:t>
            </a:r>
          </a:p>
        </p:txBody>
      </p: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A3C62AF3-2D43-9647-B711-5C094AC46C3F}"/>
              </a:ext>
            </a:extLst>
          </p:cNvPr>
          <p:cNvGrpSpPr/>
          <p:nvPr/>
        </p:nvGrpSpPr>
        <p:grpSpPr>
          <a:xfrm>
            <a:off x="9983452" y="3159099"/>
            <a:ext cx="1620000" cy="796276"/>
            <a:chOff x="3810000" y="2015069"/>
            <a:chExt cx="1390650" cy="1596814"/>
          </a:xfrm>
          <a:solidFill>
            <a:schemeClr val="accent2"/>
          </a:solidFill>
        </p:grpSpPr>
        <p:sp>
          <p:nvSpPr>
            <p:cNvPr id="430" name="L-Shape 429">
              <a:extLst>
                <a:ext uri="{FF2B5EF4-FFF2-40B4-BE49-F238E27FC236}">
                  <a16:creationId xmlns:a16="http://schemas.microsoft.com/office/drawing/2014/main" id="{68D6734C-0027-194F-BF8A-040486A2DB35}"/>
                </a:ext>
              </a:extLst>
            </p:cNvPr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  <p:sp>
          <p:nvSpPr>
            <p:cNvPr id="431" name="L-Shape 430">
              <a:extLst>
                <a:ext uri="{FF2B5EF4-FFF2-40B4-BE49-F238E27FC236}">
                  <a16:creationId xmlns:a16="http://schemas.microsoft.com/office/drawing/2014/main" id="{ECB17562-DB46-F243-A724-9E5A07981267}"/>
                </a:ext>
              </a:extLst>
            </p:cNvPr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4BF78748-8099-A04D-A988-CC7F94C0749B}"/>
              </a:ext>
            </a:extLst>
          </p:cNvPr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  <a:solidFill>
            <a:schemeClr val="accent2"/>
          </a:solidFill>
        </p:grpSpPr>
        <p:sp>
          <p:nvSpPr>
            <p:cNvPr id="436" name="L-Shape 435">
              <a:extLst>
                <a:ext uri="{FF2B5EF4-FFF2-40B4-BE49-F238E27FC236}">
                  <a16:creationId xmlns:a16="http://schemas.microsoft.com/office/drawing/2014/main" id="{15CC524B-0762-3D4A-B259-A2EBD694AAC2}"/>
                </a:ext>
              </a:extLst>
            </p:cNvPr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  <p:sp>
          <p:nvSpPr>
            <p:cNvPr id="437" name="L-Shape 436">
              <a:extLst>
                <a:ext uri="{FF2B5EF4-FFF2-40B4-BE49-F238E27FC236}">
                  <a16:creationId xmlns:a16="http://schemas.microsoft.com/office/drawing/2014/main" id="{A6B576E7-715E-EB4C-B7ED-9090BB358111}"/>
                </a:ext>
              </a:extLst>
            </p:cNvPr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Helvetica" pitchFamily="2" charset="0"/>
              </a:endParaRPr>
            </a:p>
          </p:txBody>
        </p:sp>
      </p:grpSp>
      <p:sp>
        <p:nvSpPr>
          <p:cNvPr id="400" name="Down Arrow 399">
            <a:extLst>
              <a:ext uri="{FF2B5EF4-FFF2-40B4-BE49-F238E27FC236}">
                <a16:creationId xmlns:a16="http://schemas.microsoft.com/office/drawing/2014/main" id="{37E7F575-6794-1144-AF7A-A8108FEBA4FE}"/>
              </a:ext>
            </a:extLst>
          </p:cNvPr>
          <p:cNvSpPr/>
          <p:nvPr/>
        </p:nvSpPr>
        <p:spPr>
          <a:xfrm rot="10800000">
            <a:off x="10548000" y="365336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92424E0-F25D-F345-891B-BB218012364A}"/>
              </a:ext>
            </a:extLst>
          </p:cNvPr>
          <p:cNvSpPr/>
          <p:nvPr/>
        </p:nvSpPr>
        <p:spPr>
          <a:xfrm>
            <a:off x="1322797" y="5053028"/>
            <a:ext cx="10538419" cy="1312708"/>
          </a:xfrm>
          <a:prstGeom prst="rect">
            <a:avLst/>
          </a:prstGeom>
          <a:solidFill>
            <a:schemeClr val="bg1">
              <a:lumMod val="9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BCCBA1F-B455-A54B-B1BA-3D9A12F803C5}"/>
              </a:ext>
            </a:extLst>
          </p:cNvPr>
          <p:cNvGrpSpPr/>
          <p:nvPr/>
        </p:nvGrpSpPr>
        <p:grpSpPr>
          <a:xfrm>
            <a:off x="1518474" y="5331049"/>
            <a:ext cx="10188967" cy="756004"/>
            <a:chOff x="926134" y="1719856"/>
            <a:chExt cx="9204181" cy="75014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A40F1E8-B790-2C4F-9A1B-38B87C483D06}"/>
                </a:ext>
              </a:extLst>
            </p:cNvPr>
            <p:cNvSpPr txBox="1"/>
            <p:nvPr/>
          </p:nvSpPr>
          <p:spPr>
            <a:xfrm>
              <a:off x="1641585" y="1719860"/>
              <a:ext cx="5447935" cy="750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 anchor="ctr">
              <a:noAutofit/>
            </a:bodyPr>
            <a:lstStyle/>
            <a:p>
              <a:pPr marL="139700" lvl="0"/>
              <a:r>
                <a:rPr lang="ko-KR" alt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소유주가 자금을 출자하여 사업용 계좌에 입금함</a:t>
              </a:r>
              <a:r>
                <a:rPr lang="en-US" altLang="ko-KR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ko-KR" alt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대출이 아님</a:t>
              </a:r>
              <a:r>
                <a:rPr lang="en-US" altLang="ko-KR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ko-KR" altLang="en-US" sz="20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A5322C-A9B1-6845-9B48-B932364EB102}"/>
                </a:ext>
              </a:extLst>
            </p:cNvPr>
            <p:cNvSpPr txBox="1"/>
            <p:nvPr/>
          </p:nvSpPr>
          <p:spPr>
            <a:xfrm>
              <a:off x="7089520" y="1719858"/>
              <a:ext cx="1520398" cy="74531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Cash</a:t>
              </a:r>
            </a:p>
            <a:p>
              <a:pPr algn="ctr"/>
              <a:r>
                <a:rPr lang="en-GB" b="1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20,000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B7F546D-94E6-5748-ADC7-1317994EB3C5}"/>
                </a:ext>
              </a:extLst>
            </p:cNvPr>
            <p:cNvSpPr txBox="1"/>
            <p:nvPr/>
          </p:nvSpPr>
          <p:spPr>
            <a:xfrm>
              <a:off x="8609917" y="1719858"/>
              <a:ext cx="1520398" cy="745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ysDot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400" b="1" dirty="0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Contributed capital</a:t>
              </a:r>
              <a:endParaRPr lang="en-GB" sz="1600" b="1" dirty="0">
                <a:solidFill>
                  <a:schemeClr val="bg1">
                    <a:lumMod val="75000"/>
                  </a:schemeClr>
                </a:solidFill>
                <a:latin typeface="Avenir"/>
                <a:ea typeface="Helvetica" charset="0"/>
                <a:cs typeface="Helvetica" charset="0"/>
              </a:endParaRPr>
            </a:p>
            <a:p>
              <a:pPr algn="ctr"/>
              <a:r>
                <a:rPr lang="en-GB" b="1" dirty="0">
                  <a:solidFill>
                    <a:schemeClr val="bg1">
                      <a:lumMod val="75000"/>
                    </a:schemeClr>
                  </a:solidFill>
                  <a:latin typeface="Avenir"/>
                  <a:ea typeface="Helvetica" charset="0"/>
                  <a:cs typeface="Helvetica" charset="0"/>
                </a:rPr>
                <a:t>20,000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BDF759F-B713-A241-8330-5AFC27FF83CE}"/>
                </a:ext>
              </a:extLst>
            </p:cNvPr>
            <p:cNvSpPr txBox="1"/>
            <p:nvPr/>
          </p:nvSpPr>
          <p:spPr>
            <a:xfrm>
              <a:off x="926134" y="1719856"/>
              <a:ext cx="715451" cy="750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2400" b="1">
                  <a:latin typeface="Avenir"/>
                </a:rPr>
                <a:t>2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1C6442A-1F8D-D64E-AA60-EA895A9F5396}"/>
              </a:ext>
            </a:extLst>
          </p:cNvPr>
          <p:cNvSpPr txBox="1"/>
          <p:nvPr/>
        </p:nvSpPr>
        <p:spPr>
          <a:xfrm>
            <a:off x="8341301" y="5326936"/>
            <a:ext cx="1683070" cy="75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Avenir"/>
                <a:ea typeface="Helvetica" charset="0"/>
                <a:cs typeface="Helvetica" charset="0"/>
              </a:rPr>
              <a:t>20,000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1E10A-0606-CB48-8204-A63BA2F82544}"/>
              </a:ext>
            </a:extLst>
          </p:cNvPr>
          <p:cNvSpPr txBox="1"/>
          <p:nvPr/>
        </p:nvSpPr>
        <p:spPr>
          <a:xfrm>
            <a:off x="10024371" y="5331049"/>
            <a:ext cx="1683070" cy="75600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GB" sz="2400" b="1">
                <a:solidFill>
                  <a:schemeClr val="bg1"/>
                </a:solidFill>
                <a:latin typeface="Avenir"/>
                <a:ea typeface="Helvetica" charset="0"/>
                <a:cs typeface="Helvetica" charset="0"/>
              </a:rPr>
              <a:t>20,000</a:t>
            </a:r>
          </a:p>
        </p:txBody>
      </p:sp>
      <p:sp>
        <p:nvSpPr>
          <p:cNvPr id="82" name="Down Arrow 81">
            <a:extLst>
              <a:ext uri="{FF2B5EF4-FFF2-40B4-BE49-F238E27FC236}">
                <a16:creationId xmlns:a16="http://schemas.microsoft.com/office/drawing/2014/main" id="{02B7A01B-42F4-3F4F-A4E2-6F4C6E745ED9}"/>
              </a:ext>
            </a:extLst>
          </p:cNvPr>
          <p:cNvSpPr/>
          <p:nvPr/>
        </p:nvSpPr>
        <p:spPr>
          <a:xfrm rot="10800000">
            <a:off x="153289" y="824059"/>
            <a:ext cx="950259" cy="1037381"/>
          </a:xfrm>
          <a:prstGeom prst="downArrow">
            <a:avLst/>
          </a:prstGeom>
          <a:solidFill>
            <a:schemeClr val="accent6">
              <a:alpha val="7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Down Arrow 82">
            <a:extLst>
              <a:ext uri="{FF2B5EF4-FFF2-40B4-BE49-F238E27FC236}">
                <a16:creationId xmlns:a16="http://schemas.microsoft.com/office/drawing/2014/main" id="{77012B0F-9C90-C24C-A99F-ADF7DE71D436}"/>
              </a:ext>
            </a:extLst>
          </p:cNvPr>
          <p:cNvSpPr/>
          <p:nvPr/>
        </p:nvSpPr>
        <p:spPr>
          <a:xfrm rot="10800000">
            <a:off x="11156864" y="2680447"/>
            <a:ext cx="950259" cy="1037381"/>
          </a:xfrm>
          <a:prstGeom prst="downArrow">
            <a:avLst/>
          </a:prstGeom>
          <a:solidFill>
            <a:schemeClr val="accent2">
              <a:alpha val="7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44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48959 -0.38865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79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59259E-6 L -0.00079 -0.3581 " pathEditMode="relative" rAng="0" ptsTypes="AA">
                                      <p:cBhvr>
                                        <p:cTn id="40" dur="3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1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119" grpId="0"/>
      <p:bldP spid="205" grpId="0" animBg="1"/>
      <p:bldP spid="209" grpId="0"/>
      <p:bldP spid="400" grpId="0" animBg="1"/>
      <p:bldP spid="80" grpId="0" animBg="1"/>
      <p:bldP spid="80" grpId="1" animBg="1"/>
      <p:bldP spid="81" grpId="0" animBg="1"/>
      <p:bldP spid="81" grpId="1" animBg="1"/>
      <p:bldP spid="82" grpId="0" animBg="1"/>
      <p:bldP spid="8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General Ledgers/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T-accounts</a:t>
            </a:r>
            <a:endParaRPr sz="9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/>
          <p:nvPr/>
        </p:nvSpPr>
        <p:spPr>
          <a:xfrm>
            <a:off x="0" y="298664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General Ledger/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T-accounts</a:t>
            </a:r>
            <a:endParaRPr sz="9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1379913" y="3931793"/>
            <a:ext cx="10041774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T-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계정은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한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내에서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거래를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정리하는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또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다른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방식입니다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sz="3600" dirty="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General Ledger(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총계정원장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)은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이러한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T-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계정들의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모음입니다</a:t>
            </a:r>
            <a:r>
              <a:rPr lang="en-US" sz="3600" b="1" dirty="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.</a:t>
            </a:r>
            <a:endParaRPr sz="3600" b="1" dirty="0">
              <a:solidFill>
                <a:srgbClr val="942093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/>
          <p:nvPr/>
        </p:nvSpPr>
        <p:spPr>
          <a:xfrm>
            <a:off x="0" y="1138864"/>
            <a:ext cx="3678743" cy="66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T-Accounts</a:t>
            </a:r>
            <a:endParaRPr/>
          </a:p>
        </p:txBody>
      </p:sp>
      <p:grpSp>
        <p:nvGrpSpPr>
          <p:cNvPr id="426" name="Google Shape;426;p28"/>
          <p:cNvGrpSpPr/>
          <p:nvPr/>
        </p:nvGrpSpPr>
        <p:grpSpPr>
          <a:xfrm>
            <a:off x="1632857" y="2139044"/>
            <a:ext cx="3698421" cy="2743200"/>
            <a:chOff x="1632857" y="2139044"/>
            <a:chExt cx="3698421" cy="2743200"/>
          </a:xfrm>
        </p:grpSpPr>
        <p:cxnSp>
          <p:nvCxnSpPr>
            <p:cNvPr id="427" name="Google Shape;427;p28"/>
            <p:cNvCxnSpPr/>
            <p:nvPr/>
          </p:nvCxnSpPr>
          <p:spPr>
            <a:xfrm>
              <a:off x="1632857" y="2139044"/>
              <a:ext cx="3698421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8" name="Google Shape;428;p28"/>
            <p:cNvCxnSpPr/>
            <p:nvPr/>
          </p:nvCxnSpPr>
          <p:spPr>
            <a:xfrm rot="-5400000">
              <a:off x="2110468" y="3510644"/>
              <a:ext cx="2743200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29" name="Google Shape;429;p28"/>
          <p:cNvGrpSpPr/>
          <p:nvPr/>
        </p:nvGrpSpPr>
        <p:grpSpPr>
          <a:xfrm>
            <a:off x="6798129" y="2139044"/>
            <a:ext cx="3698421" cy="2743200"/>
            <a:chOff x="1632857" y="2139044"/>
            <a:chExt cx="3698421" cy="2743200"/>
          </a:xfrm>
        </p:grpSpPr>
        <p:cxnSp>
          <p:nvCxnSpPr>
            <p:cNvPr id="430" name="Google Shape;430;p28"/>
            <p:cNvCxnSpPr/>
            <p:nvPr/>
          </p:nvCxnSpPr>
          <p:spPr>
            <a:xfrm>
              <a:off x="1632857" y="2139044"/>
              <a:ext cx="3698421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1" name="Google Shape;431;p28"/>
            <p:cNvCxnSpPr/>
            <p:nvPr/>
          </p:nvCxnSpPr>
          <p:spPr>
            <a:xfrm rot="-5400000">
              <a:off x="2110468" y="3510644"/>
              <a:ext cx="2743200" cy="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32" name="Google Shape;432;p28"/>
          <p:cNvSpPr txBox="1"/>
          <p:nvPr/>
        </p:nvSpPr>
        <p:spPr>
          <a:xfrm>
            <a:off x="1100668" y="137099"/>
            <a:ext cx="1022773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Color Accounting &amp; T-Accounts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"/>
          <p:cNvSpPr txBox="1"/>
          <p:nvPr/>
        </p:nvSpPr>
        <p:spPr>
          <a:xfrm>
            <a:off x="6112111" y="0"/>
            <a:ext cx="6071834" cy="6858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8055" y="0"/>
            <a:ext cx="6096000" cy="68580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440" name="Google Shape;440;p29"/>
          <p:cNvGrpSpPr/>
          <p:nvPr/>
        </p:nvGrpSpPr>
        <p:grpSpPr>
          <a:xfrm>
            <a:off x="1080824" y="2000379"/>
            <a:ext cx="3910036" cy="2937753"/>
            <a:chOff x="671549" y="1402787"/>
            <a:chExt cx="1636079" cy="2549293"/>
          </a:xfrm>
        </p:grpSpPr>
        <p:sp>
          <p:nvSpPr>
            <p:cNvPr id="441" name="Google Shape;441;p29"/>
            <p:cNvSpPr/>
            <p:nvPr/>
          </p:nvSpPr>
          <p:spPr>
            <a:xfrm rot="10800000" flipH="1">
              <a:off x="1497628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2" name="Google Shape;442;p29"/>
            <p:cNvSpPr/>
            <p:nvPr/>
          </p:nvSpPr>
          <p:spPr>
            <a:xfrm rot="10800000"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 w="76200" cap="flat" cmpd="sng">
              <a:solidFill>
                <a:srgbClr val="54813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443" name="Google Shape;443;p29"/>
          <p:cNvGrpSpPr/>
          <p:nvPr/>
        </p:nvGrpSpPr>
        <p:grpSpPr>
          <a:xfrm>
            <a:off x="7239567" y="2000379"/>
            <a:ext cx="3871609" cy="2937753"/>
            <a:chOff x="671549" y="1402787"/>
            <a:chExt cx="1620000" cy="2549293"/>
          </a:xfrm>
        </p:grpSpPr>
        <p:sp>
          <p:nvSpPr>
            <p:cNvPr id="444" name="Google Shape;444;p29"/>
            <p:cNvSpPr/>
            <p:nvPr/>
          </p:nvSpPr>
          <p:spPr>
            <a:xfrm rot="10800000"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5" name="Google Shape;445;p29"/>
            <p:cNvSpPr/>
            <p:nvPr/>
          </p:nvSpPr>
          <p:spPr>
            <a:xfrm rot="10800000"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chemeClr val="accent2"/>
            </a:solidFill>
            <a:ln w="762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446" name="Google Shape;446;p29"/>
          <p:cNvGrpSpPr/>
          <p:nvPr/>
        </p:nvGrpSpPr>
        <p:grpSpPr>
          <a:xfrm rot="10800000">
            <a:off x="1465082" y="2261299"/>
            <a:ext cx="1303506" cy="2315183"/>
            <a:chOff x="2086583" y="2684832"/>
            <a:chExt cx="1303506" cy="2315183"/>
          </a:xfrm>
        </p:grpSpPr>
        <p:sp>
          <p:nvSpPr>
            <p:cNvPr id="447" name="Google Shape;447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9"/>
          <p:cNvGrpSpPr/>
          <p:nvPr/>
        </p:nvGrpSpPr>
        <p:grpSpPr>
          <a:xfrm>
            <a:off x="7616588" y="2261297"/>
            <a:ext cx="1303506" cy="2315183"/>
            <a:chOff x="2086583" y="2684832"/>
            <a:chExt cx="1303506" cy="2315183"/>
          </a:xfrm>
        </p:grpSpPr>
        <p:sp>
          <p:nvSpPr>
            <p:cNvPr id="450" name="Google Shape;450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rgbClr val="548135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29"/>
          <p:cNvGrpSpPr/>
          <p:nvPr/>
        </p:nvGrpSpPr>
        <p:grpSpPr>
          <a:xfrm>
            <a:off x="3318601" y="2270350"/>
            <a:ext cx="1303506" cy="2315183"/>
            <a:chOff x="2086583" y="2684832"/>
            <a:chExt cx="1303506" cy="2315183"/>
          </a:xfrm>
        </p:grpSpPr>
        <p:sp>
          <p:nvSpPr>
            <p:cNvPr id="453" name="Google Shape;453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29"/>
          <p:cNvGrpSpPr/>
          <p:nvPr/>
        </p:nvGrpSpPr>
        <p:grpSpPr>
          <a:xfrm rot="10800000">
            <a:off x="9415789" y="2261295"/>
            <a:ext cx="1303506" cy="2315183"/>
            <a:chOff x="2086583" y="2684832"/>
            <a:chExt cx="1303506" cy="2315183"/>
          </a:xfrm>
        </p:grpSpPr>
        <p:sp>
          <p:nvSpPr>
            <p:cNvPr id="456" name="Google Shape;456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accent2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9"/>
          <p:cNvGrpSpPr/>
          <p:nvPr/>
        </p:nvGrpSpPr>
        <p:grpSpPr>
          <a:xfrm rot="10800000">
            <a:off x="1456028" y="2279404"/>
            <a:ext cx="1303506" cy="2315183"/>
            <a:chOff x="2177113" y="2684832"/>
            <a:chExt cx="1303506" cy="2315183"/>
          </a:xfrm>
        </p:grpSpPr>
        <p:sp>
          <p:nvSpPr>
            <p:cNvPr id="459" name="Google Shape;459;p29"/>
            <p:cNvSpPr txBox="1"/>
            <p:nvPr/>
          </p:nvSpPr>
          <p:spPr>
            <a:xfrm>
              <a:off x="217711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29"/>
          <p:cNvGrpSpPr/>
          <p:nvPr/>
        </p:nvGrpSpPr>
        <p:grpSpPr>
          <a:xfrm>
            <a:off x="7616587" y="2270349"/>
            <a:ext cx="1303506" cy="2315183"/>
            <a:chOff x="2086583" y="2684832"/>
            <a:chExt cx="1303506" cy="2315183"/>
          </a:xfrm>
        </p:grpSpPr>
        <p:sp>
          <p:nvSpPr>
            <p:cNvPr id="462" name="Google Shape;462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29"/>
          <p:cNvGrpSpPr/>
          <p:nvPr/>
        </p:nvGrpSpPr>
        <p:grpSpPr>
          <a:xfrm>
            <a:off x="3327653" y="2261296"/>
            <a:ext cx="1303506" cy="2315183"/>
            <a:chOff x="2086583" y="2684832"/>
            <a:chExt cx="1303506" cy="2315183"/>
          </a:xfrm>
        </p:grpSpPr>
        <p:sp>
          <p:nvSpPr>
            <p:cNvPr id="465" name="Google Shape;465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9"/>
          <p:cNvGrpSpPr/>
          <p:nvPr/>
        </p:nvGrpSpPr>
        <p:grpSpPr>
          <a:xfrm rot="10800000">
            <a:off x="9433894" y="2270347"/>
            <a:ext cx="1303506" cy="2315183"/>
            <a:chOff x="2086583" y="2684832"/>
            <a:chExt cx="1303506" cy="2315183"/>
          </a:xfrm>
        </p:grpSpPr>
        <p:sp>
          <p:nvSpPr>
            <p:cNvPr id="468" name="Google Shape;468;p29"/>
            <p:cNvSpPr txBox="1"/>
            <p:nvPr/>
          </p:nvSpPr>
          <p:spPr>
            <a:xfrm>
              <a:off x="2086583" y="2684832"/>
              <a:ext cx="1303506" cy="2315183"/>
            </a:xfrm>
            <a:prstGeom prst="rect">
              <a:avLst/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340915" y="2968601"/>
              <a:ext cx="794842" cy="1747643"/>
            </a:xfrm>
            <a:prstGeom prst="downArrow">
              <a:avLst>
                <a:gd name="adj1" fmla="val 47044"/>
                <a:gd name="adj2" fmla="val 66767"/>
              </a:avLst>
            </a:prstGeom>
            <a:solidFill>
              <a:schemeClr val="lt1"/>
            </a:solidFill>
            <a:ln w="508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29"/>
          <p:cNvSpPr txBox="1"/>
          <p:nvPr/>
        </p:nvSpPr>
        <p:spPr>
          <a:xfrm>
            <a:off x="351186" y="191264"/>
            <a:ext cx="55335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Assets &amp; Expenses</a:t>
            </a:r>
            <a:endParaRPr/>
          </a:p>
        </p:txBody>
      </p:sp>
      <p:sp>
        <p:nvSpPr>
          <p:cNvPr id="471" name="Google Shape;471;p29"/>
          <p:cNvSpPr txBox="1"/>
          <p:nvPr/>
        </p:nvSpPr>
        <p:spPr>
          <a:xfrm>
            <a:off x="6112111" y="191264"/>
            <a:ext cx="607183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Liabilities, Equity &amp; Revenue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3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3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478" name="Google Shape;478;p30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79" name="Google Shape;479;p30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480" name="Google Shape;480;p30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481" name="Google Shape;481;p30"/>
          <p:cNvGrpSpPr/>
          <p:nvPr/>
        </p:nvGrpSpPr>
        <p:grpSpPr>
          <a:xfrm>
            <a:off x="492858" y="773769"/>
            <a:ext cx="11291146" cy="5895963"/>
            <a:chOff x="492858" y="773769"/>
            <a:chExt cx="11291146" cy="5895963"/>
          </a:xfrm>
        </p:grpSpPr>
        <p:sp>
          <p:nvSpPr>
            <p:cNvPr id="482" name="Google Shape;482;p30"/>
            <p:cNvSpPr txBox="1"/>
            <p:nvPr/>
          </p:nvSpPr>
          <p:spPr>
            <a:xfrm>
              <a:off x="6227788" y="2623662"/>
              <a:ext cx="5556216" cy="169284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Equity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483" name="Google Shape;483;p30"/>
            <p:cNvSpPr txBox="1"/>
            <p:nvPr/>
          </p:nvSpPr>
          <p:spPr>
            <a:xfrm>
              <a:off x="6410845" y="3135649"/>
              <a:ext cx="1544844" cy="770509"/>
            </a:xfrm>
            <a:prstGeom prst="rect">
              <a:avLst/>
            </a:prstGeom>
            <a:noFill/>
            <a:ln w="5715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942093"/>
                  </a:solidFill>
                  <a:latin typeface="Avenir"/>
                  <a:ea typeface="Avenir"/>
                  <a:cs typeface="Avenir"/>
                  <a:sym typeface="Avenir"/>
                </a:rPr>
                <a:t>Profit</a:t>
              </a:r>
              <a:endParaRPr/>
            </a:p>
          </p:txBody>
        </p:sp>
        <p:sp>
          <p:nvSpPr>
            <p:cNvPr id="484" name="Google Shape;484;p30"/>
            <p:cNvSpPr txBox="1"/>
            <p:nvPr/>
          </p:nvSpPr>
          <p:spPr>
            <a:xfrm>
              <a:off x="6227788" y="773769"/>
              <a:ext cx="5556216" cy="1702674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Liabilities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grpSp>
          <p:nvGrpSpPr>
            <p:cNvPr id="485" name="Google Shape;485;p30"/>
            <p:cNvGrpSpPr/>
            <p:nvPr/>
          </p:nvGrpSpPr>
          <p:grpSpPr>
            <a:xfrm>
              <a:off x="492858" y="3906158"/>
              <a:ext cx="11291146" cy="2763574"/>
              <a:chOff x="1354633" y="4399872"/>
              <a:chExt cx="9550931" cy="2121952"/>
            </a:xfrm>
          </p:grpSpPr>
          <p:sp>
            <p:nvSpPr>
              <p:cNvPr id="486" name="Google Shape;486;p30"/>
              <p:cNvSpPr txBox="1"/>
              <p:nvPr/>
            </p:nvSpPr>
            <p:spPr>
              <a:xfrm>
                <a:off x="1354633" y="4813260"/>
                <a:ext cx="9550931" cy="1708564"/>
              </a:xfrm>
              <a:prstGeom prst="rect">
                <a:avLst/>
              </a:prstGeom>
              <a:solidFill>
                <a:srgbClr val="FCECFB"/>
              </a:solidFill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487" name="Google Shape;487;p30"/>
              <p:cNvSpPr txBox="1"/>
              <p:nvPr/>
            </p:nvSpPr>
            <p:spPr>
              <a:xfrm>
                <a:off x="6199863" y="4921166"/>
                <a:ext cx="4576976" cy="1495361"/>
              </a:xfrm>
              <a:prstGeom prst="rect">
                <a:avLst/>
              </a:prstGeom>
              <a:solidFill>
                <a:srgbClr val="FFF2CC"/>
              </a:solidFill>
              <a:ln w="762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Income</a:t>
                </a:r>
                <a:r>
                  <a:rPr lang="en-US" sz="2800" b="1">
                    <a:solidFill>
                      <a:srgbClr val="FFF2CC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8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  <p:sp>
            <p:nvSpPr>
              <p:cNvPr id="488" name="Google Shape;488;p30"/>
              <p:cNvSpPr txBox="1"/>
              <p:nvPr/>
            </p:nvSpPr>
            <p:spPr>
              <a:xfrm>
                <a:off x="1481256" y="4921166"/>
                <a:ext cx="4552539" cy="1495361"/>
              </a:xfrm>
              <a:prstGeom prst="rect">
                <a:avLst/>
              </a:prstGeom>
              <a:solidFill>
                <a:srgbClr val="E1EFD8"/>
              </a:solidFill>
              <a:ln w="76200" cap="flat" cmpd="sng">
                <a:solidFill>
                  <a:srgbClr val="A8D08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E1EFD8"/>
                    </a:solidFill>
                    <a:latin typeface="Avenir"/>
                    <a:ea typeface="Avenir"/>
                    <a:cs typeface="Avenir"/>
                    <a:sym typeface="Avenir"/>
                  </a:rPr>
                  <a:t>_</a:t>
                </a:r>
                <a:r>
                  <a:rPr lang="en-US" sz="2000" b="1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Expenses</a:t>
                </a:r>
                <a:endParaRPr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489" name="Google Shape;489;p30"/>
              <p:cNvCxnSpPr>
                <a:stCxn id="483" idx="2"/>
              </p:cNvCxnSpPr>
              <p:nvPr/>
            </p:nvCxnSpPr>
            <p:spPr>
              <a:xfrm>
                <a:off x="7013902" y="4399872"/>
                <a:ext cx="7500" cy="43470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94209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90" name="Google Shape;490;p30"/>
            <p:cNvSpPr txBox="1"/>
            <p:nvPr/>
          </p:nvSpPr>
          <p:spPr>
            <a:xfrm>
              <a:off x="492858" y="773769"/>
              <a:ext cx="5544457" cy="3542737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Assets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aphicFrame>
        <p:nvGraphicFramePr>
          <p:cNvPr id="491" name="Google Shape;491;p30"/>
          <p:cNvGraphicFramePr/>
          <p:nvPr/>
        </p:nvGraphicFramePr>
        <p:xfrm>
          <a:off x="2118791" y="1625106"/>
          <a:ext cx="2292600" cy="145546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06850" marR="106850" marT="53425" marB="53425" anchor="ctr">
                    <a:lnL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b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Dr</a:t>
                      </a:r>
                      <a:endParaRPr sz="4800" b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4800"/>
                        <a:buFont typeface="Helvetica Neue"/>
                        <a:buNone/>
                      </a:pPr>
                      <a:r>
                        <a:rPr lang="en-US" sz="4800" b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</a:t>
                      </a:r>
                      <a:endParaRPr sz="4800" b="1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54813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856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2" name="Google Shape;492;p30"/>
          <p:cNvGraphicFramePr/>
          <p:nvPr/>
        </p:nvGraphicFramePr>
        <p:xfrm>
          <a:off x="7663248" y="890137"/>
          <a:ext cx="2292600" cy="145546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1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06850" marR="106850" marT="53425" marB="53425" anchor="ctr">
                    <a:lnL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b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Dr</a:t>
                      </a:r>
                      <a:endParaRPr sz="4800" b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4800"/>
                        <a:buFont typeface="Helvetica Neue"/>
                        <a:buNone/>
                      </a:pPr>
                      <a:r>
                        <a:rPr lang="en-US" sz="4800" b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</a:t>
                      </a:r>
                      <a:endParaRPr sz="4800" b="1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34400" marR="34400" marT="17200" marB="17200" anchor="ctr">
                    <a:lnL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6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3" name="Google Shape;493;p30"/>
          <p:cNvSpPr/>
          <p:nvPr/>
        </p:nvSpPr>
        <p:spPr>
          <a:xfrm rot="10800000">
            <a:off x="1264808" y="2023504"/>
            <a:ext cx="1030204" cy="15743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0"/>
          <p:cNvSpPr txBox="1"/>
          <p:nvPr/>
        </p:nvSpPr>
        <p:spPr>
          <a:xfrm rot="-5400000">
            <a:off x="1121488" y="2681915"/>
            <a:ext cx="1316829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</a:t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4295260" y="2021187"/>
            <a:ext cx="1030204" cy="157437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0"/>
          <p:cNvSpPr txBox="1"/>
          <p:nvPr/>
        </p:nvSpPr>
        <p:spPr>
          <a:xfrm rot="5400000">
            <a:off x="4151938" y="2422038"/>
            <a:ext cx="1316828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Decrease</a:t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 rot="10800000">
            <a:off x="9802560" y="1233996"/>
            <a:ext cx="1030204" cy="15743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0"/>
          <p:cNvSpPr txBox="1"/>
          <p:nvPr/>
        </p:nvSpPr>
        <p:spPr>
          <a:xfrm rot="-5400000">
            <a:off x="9659237" y="1892389"/>
            <a:ext cx="1316829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</a:t>
            </a:r>
            <a:endParaRPr/>
          </a:p>
        </p:txBody>
      </p:sp>
      <p:sp>
        <p:nvSpPr>
          <p:cNvPr id="499" name="Google Shape;499;p30"/>
          <p:cNvSpPr/>
          <p:nvPr/>
        </p:nvSpPr>
        <p:spPr>
          <a:xfrm>
            <a:off x="6786322" y="1261375"/>
            <a:ext cx="1030204" cy="157437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4813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0"/>
          <p:cNvSpPr txBox="1"/>
          <p:nvPr/>
        </p:nvSpPr>
        <p:spPr>
          <a:xfrm rot="5400000">
            <a:off x="6642988" y="1662238"/>
            <a:ext cx="1316828" cy="51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Decrease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"/>
          <p:cNvSpPr txBox="1"/>
          <p:nvPr/>
        </p:nvSpPr>
        <p:spPr>
          <a:xfrm>
            <a:off x="4187006" y="133386"/>
            <a:ext cx="590270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General Ledger - Global Books Limited</a:t>
            </a:r>
            <a:endParaRPr/>
          </a:p>
        </p:txBody>
      </p:sp>
      <p:cxnSp>
        <p:nvCxnSpPr>
          <p:cNvPr id="507" name="Google Shape;507;p31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508" name="Google Shape;508;p31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510" name="Google Shape;510;p31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513" name="Google Shape;513;p31"/>
          <p:cNvGrpSpPr/>
          <p:nvPr/>
        </p:nvGrpSpPr>
        <p:grpSpPr>
          <a:xfrm>
            <a:off x="492858" y="3906158"/>
            <a:ext cx="11291146" cy="2763574"/>
            <a:chOff x="492858" y="3906158"/>
            <a:chExt cx="11291146" cy="2763574"/>
          </a:xfrm>
        </p:grpSpPr>
        <p:sp>
          <p:nvSpPr>
            <p:cNvPr id="514" name="Google Shape;514;p31"/>
            <p:cNvSpPr txBox="1"/>
            <p:nvPr/>
          </p:nvSpPr>
          <p:spPr>
            <a:xfrm>
              <a:off x="492858" y="4444544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515" name="Google Shape;515;p31"/>
            <p:cNvSpPr txBox="1"/>
            <p:nvPr/>
          </p:nvSpPr>
          <p:spPr>
            <a:xfrm>
              <a:off x="6220907" y="458507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516" name="Google Shape;516;p31"/>
            <p:cNvSpPr txBox="1"/>
            <p:nvPr/>
          </p:nvSpPr>
          <p:spPr>
            <a:xfrm>
              <a:off x="642552" y="458507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7" name="Google Shape;517;p31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518" name="Google Shape;518;p31"/>
            <p:cNvSpPr txBox="1"/>
            <p:nvPr/>
          </p:nvSpPr>
          <p:spPr>
            <a:xfrm>
              <a:off x="2596439" y="5339671"/>
              <a:ext cx="1590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Cleaning</a:t>
              </a:r>
              <a:endParaRPr/>
            </a:p>
          </p:txBody>
        </p:sp>
        <p:sp>
          <p:nvSpPr>
            <p:cNvPr id="519" name="Google Shape;519;p31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520" name="Google Shape;520;p31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521" name="Google Shape;521;p31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sp>
          <p:nvSpPr>
            <p:cNvPr id="522" name="Google Shape;522;p31"/>
            <p:cNvSpPr txBox="1"/>
            <p:nvPr/>
          </p:nvSpPr>
          <p:spPr>
            <a:xfrm>
              <a:off x="3713366" y="5031445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50</a:t>
              </a:r>
              <a:endParaRPr/>
            </a:p>
          </p:txBody>
        </p:sp>
        <p:sp>
          <p:nvSpPr>
            <p:cNvPr id="523" name="Google Shape;523;p31"/>
            <p:cNvSpPr txBox="1"/>
            <p:nvPr/>
          </p:nvSpPr>
          <p:spPr>
            <a:xfrm>
              <a:off x="7429894" y="590508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700</a:t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 rot="10800000">
              <a:off x="6984000" y="59430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1"/>
            <p:cNvSpPr/>
            <p:nvPr/>
          </p:nvSpPr>
          <p:spPr>
            <a:xfrm rot="10800000">
              <a:off x="3096000" y="508232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1"/>
            <p:cNvSpPr txBox="1"/>
            <p:nvPr/>
          </p:nvSpPr>
          <p:spPr>
            <a:xfrm>
              <a:off x="5305894" y="589386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 rot="10800000">
              <a:off x="4860000" y="5944742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1"/>
            <p:cNvSpPr txBox="1"/>
            <p:nvPr/>
          </p:nvSpPr>
          <p:spPr>
            <a:xfrm>
              <a:off x="7429894" y="564524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600</a:t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 rot="10800000">
              <a:off x="6984000" y="56953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1"/>
            <p:cNvSpPr txBox="1"/>
            <p:nvPr/>
          </p:nvSpPr>
          <p:spPr>
            <a:xfrm>
              <a:off x="5305894" y="564602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 rot="10800000">
              <a:off x="4860000" y="5696904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1"/>
            <p:cNvSpPr txBox="1"/>
            <p:nvPr/>
          </p:nvSpPr>
          <p:spPr>
            <a:xfrm>
              <a:off x="3599552" y="4796571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250</a:t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 rot="10800000">
              <a:off x="3096000" y="484745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1"/>
            <p:cNvSpPr txBox="1"/>
            <p:nvPr/>
          </p:nvSpPr>
          <p:spPr>
            <a:xfrm>
              <a:off x="7543708" y="5375143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90</a:t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 rot="10800000">
              <a:off x="6984000" y="542527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1"/>
            <p:cNvSpPr txBox="1"/>
            <p:nvPr/>
          </p:nvSpPr>
          <p:spPr>
            <a:xfrm>
              <a:off x="5419708" y="5397501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</a:t>
              </a: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 rot="10800000">
              <a:off x="4860000" y="544838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1"/>
            <p:cNvSpPr txBox="1"/>
            <p:nvPr/>
          </p:nvSpPr>
          <p:spPr>
            <a:xfrm>
              <a:off x="1816755" y="589722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100</a:t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 rot="10800000">
              <a:off x="1296000" y="5947200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1"/>
            <p:cNvSpPr txBox="1"/>
            <p:nvPr/>
          </p:nvSpPr>
          <p:spPr>
            <a:xfrm>
              <a:off x="3577894" y="591237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200</a:t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 rot="10800000">
              <a:off x="3096000" y="596325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6520209" y="593108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6484980" y="5939874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4412950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4372912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4417434" y="5681195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4377396" y="5689989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4416222" y="5432633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4345727" y="5441427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6520209" y="567679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6484980" y="568559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6522731" y="5416132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6448807" y="5424926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2689441" y="5057611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2681463" y="5066405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2688608" y="4808856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2680630" y="4817650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892445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852407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2660434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2620396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 flipH="1">
              <a:off x="336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255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4" name="Google Shape;564;p31"/>
            <p:cNvSpPr/>
            <p:nvPr/>
          </p:nvSpPr>
          <p:spPr>
            <a:xfrm flipH="1">
              <a:off x="336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255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6" name="Google Shape;566;p31"/>
            <p:cNvSpPr/>
            <p:nvPr/>
          </p:nvSpPr>
          <p:spPr>
            <a:xfrm flipH="1">
              <a:off x="159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78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8" name="Google Shape;568;p31"/>
            <p:cNvSpPr/>
            <p:nvPr/>
          </p:nvSpPr>
          <p:spPr>
            <a:xfrm flipH="1">
              <a:off x="5102494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4292494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70" name="Google Shape;570;p31"/>
            <p:cNvSpPr/>
            <p:nvPr/>
          </p:nvSpPr>
          <p:spPr>
            <a:xfrm flipH="1">
              <a:off x="7192456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6382456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572" name="Google Shape;572;p31"/>
            <p:cNvCxnSpPr>
              <a:stCxn id="511" idx="2"/>
            </p:cNvCxnSpPr>
            <p:nvPr/>
          </p:nvCxnSpPr>
          <p:spPr>
            <a:xfrm>
              <a:off x="7183267" y="3906158"/>
              <a:ext cx="8700" cy="566100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73" name="Google Shape;573;p31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4" name="Google Shape;574;p31"/>
          <p:cNvSpPr/>
          <p:nvPr/>
        </p:nvSpPr>
        <p:spPr>
          <a:xfrm flipH="1">
            <a:off x="505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424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6" name="Google Shape;576;p31"/>
          <p:cNvSpPr/>
          <p:nvPr/>
        </p:nvSpPr>
        <p:spPr>
          <a:xfrm flipH="1">
            <a:off x="3268800" y="957790"/>
            <a:ext cx="810000" cy="3000908"/>
          </a:xfrm>
          <a:prstGeom prst="corner">
            <a:avLst>
              <a:gd name="adj1" fmla="val 6497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31"/>
          <p:cNvSpPr/>
          <p:nvPr/>
        </p:nvSpPr>
        <p:spPr>
          <a:xfrm>
            <a:off x="2458800" y="957790"/>
            <a:ext cx="810000" cy="3000908"/>
          </a:xfrm>
          <a:prstGeom prst="corner">
            <a:avLst>
              <a:gd name="adj1" fmla="val 6497"/>
              <a:gd name="adj2" fmla="val 7336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8" name="Google Shape;578;p31"/>
          <p:cNvSpPr/>
          <p:nvPr/>
        </p:nvSpPr>
        <p:spPr>
          <a:xfrm flipH="1">
            <a:off x="148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67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0" name="Google Shape;580;p31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581" name="Google Shape;581;p31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582" name="Google Shape;582;p31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583" name="Google Shape;583;p31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584" name="Google Shape;584;p31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585" name="Google Shape;585;p31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sp>
        <p:nvSpPr>
          <p:cNvPr id="586" name="Google Shape;586;p31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587" name="Google Shape;587;p31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588" name="Google Shape;588;p31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589" name="Google Shape;589;p31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590" name="Google Shape;590;p31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591" name="Google Shape;591;p31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592" name="Google Shape;592;p31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593" name="Google Shape;593;p31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594" name="Google Shape;594;p31"/>
          <p:cNvSpPr txBox="1"/>
          <p:nvPr/>
        </p:nvSpPr>
        <p:spPr>
          <a:xfrm>
            <a:off x="9732929" y="3924000"/>
            <a:ext cx="21334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595" name="Google Shape;595;p31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1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604" name="Google Shape;604;p31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 txBox="1"/>
          <p:nvPr/>
        </p:nvSpPr>
        <p:spPr>
          <a:xfrm>
            <a:off x="10776926" y="3605780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606" name="Google Shape;606;p31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609" name="Google Shape;609;p31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610" name="Google Shape;610;p31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1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12" name="Google Shape;612;p31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14" name="Google Shape;614;p31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616" name="Google Shape;616;p31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621" name="Google Shape;621;p31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623" name="Google Shape;623;p31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1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1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629" name="Google Shape;629;p31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1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2580882" y="149783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1" name="Google Shape;641;p31"/>
          <p:cNvSpPr/>
          <p:nvPr/>
        </p:nvSpPr>
        <p:spPr>
          <a:xfrm>
            <a:off x="2528692" y="150630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2580882" y="176361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2528692" y="177208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2580882" y="20374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2528692" y="204591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646" name="Google Shape;646;p31"/>
          <p:cNvSpPr/>
          <p:nvPr/>
        </p:nvSpPr>
        <p:spPr>
          <a:xfrm>
            <a:off x="2581709" y="23072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2568712" y="2315751"/>
            <a:ext cx="24718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7</a:t>
            </a:r>
            <a:endParaRPr/>
          </a:p>
        </p:txBody>
      </p:sp>
      <p:sp>
        <p:nvSpPr>
          <p:cNvPr id="648" name="Google Shape;648;p31"/>
          <p:cNvSpPr/>
          <p:nvPr/>
        </p:nvSpPr>
        <p:spPr>
          <a:xfrm>
            <a:off x="2577794" y="256740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2530413" y="2575880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6a</a:t>
            </a:r>
            <a:endParaRPr/>
          </a:p>
        </p:txBody>
      </p:sp>
      <p:sp>
        <p:nvSpPr>
          <p:cNvPr id="650" name="Google Shape;650;p31"/>
          <p:cNvSpPr/>
          <p:nvPr/>
        </p:nvSpPr>
        <p:spPr>
          <a:xfrm>
            <a:off x="2582003" y="28419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2574025" y="28506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2582003" y="312188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3" name="Google Shape;653;p31"/>
          <p:cNvSpPr/>
          <p:nvPr/>
        </p:nvSpPr>
        <p:spPr>
          <a:xfrm>
            <a:off x="2574025" y="3130681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654" name="Google Shape;654;p31"/>
          <p:cNvSpPr/>
          <p:nvPr/>
        </p:nvSpPr>
        <p:spPr>
          <a:xfrm>
            <a:off x="2582003" y="338582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2574025" y="3394622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656" name="Google Shape;656;p31"/>
          <p:cNvSpPr/>
          <p:nvPr/>
        </p:nvSpPr>
        <p:spPr>
          <a:xfrm>
            <a:off x="2582003" y="364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2574025" y="365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658" name="Google Shape;658;p31"/>
          <p:cNvSpPr/>
          <p:nvPr/>
        </p:nvSpPr>
        <p:spPr>
          <a:xfrm>
            <a:off x="10125537" y="1755851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10117559" y="1764645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10123978" y="36504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1" name="Google Shape;661;p31"/>
          <p:cNvSpPr/>
          <p:nvPr/>
        </p:nvSpPr>
        <p:spPr>
          <a:xfrm>
            <a:off x="10116000" y="36591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662" name="Google Shape;662;p31"/>
          <p:cNvSpPr/>
          <p:nvPr/>
        </p:nvSpPr>
        <p:spPr>
          <a:xfrm>
            <a:off x="10125815" y="148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10117837" y="149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664" name="Google Shape;664;p31"/>
          <p:cNvSpPr/>
          <p:nvPr/>
        </p:nvSpPr>
        <p:spPr>
          <a:xfrm>
            <a:off x="6561065" y="174184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6553087" y="1750639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666" name="Google Shape;666;p31"/>
          <p:cNvSpPr/>
          <p:nvPr/>
        </p:nvSpPr>
        <p:spPr>
          <a:xfrm>
            <a:off x="792583" y="3629276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784605" y="3638070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4367055" y="36418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4359077" y="36506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4365599" y="338858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4325561" y="339737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6b</a:t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4370083" y="31368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4330045" y="314567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8b</a:t>
            </a:r>
            <a:endParaRPr/>
          </a:p>
        </p:txBody>
      </p:sp>
      <p:sp>
        <p:nvSpPr>
          <p:cNvPr id="674" name="Google Shape;674;p31"/>
          <p:cNvSpPr/>
          <p:nvPr/>
        </p:nvSpPr>
        <p:spPr>
          <a:xfrm>
            <a:off x="4368545" y="2880000"/>
            <a:ext cx="215000" cy="215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4298376" y="2888753"/>
            <a:ext cx="368899" cy="21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12b</a:t>
            </a:r>
            <a:endParaRPr/>
          </a:p>
        </p:txBody>
      </p:sp>
      <p:sp>
        <p:nvSpPr>
          <p:cNvPr id="676" name="Google Shape;676;p31"/>
          <p:cNvSpPr/>
          <p:nvPr/>
        </p:nvSpPr>
        <p:spPr>
          <a:xfrm>
            <a:off x="6558900" y="14814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6550922" y="149027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9</a:t>
            </a: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8352005" y="17427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8311967" y="1751573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4357601" y="124011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4322372" y="1248908"/>
            <a:ext cx="3000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8a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4359965" y="98350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4319927" y="992297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8354611" y="147879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8280687" y="1487589"/>
            <a:ext cx="3609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12a</a:t>
            </a: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4365417" y="218721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4317141" y="219600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4365932" y="1931502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4325894" y="1940296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15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 flipH="1">
            <a:off x="148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67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4" name="Google Shape;694;p31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695" name="Google Shape;695;p31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696" name="Google Shape;696;p31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793014" y="251175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752976" y="252054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14</a:t>
            </a:r>
            <a:endParaRPr/>
          </a:p>
        </p:txBody>
      </p:sp>
      <p:sp>
        <p:nvSpPr>
          <p:cNvPr id="699" name="Google Shape;699;p31"/>
          <p:cNvSpPr/>
          <p:nvPr/>
        </p:nvSpPr>
        <p:spPr>
          <a:xfrm flipH="1">
            <a:off x="505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0" name="Google Shape;700;p31"/>
          <p:cNvSpPr/>
          <p:nvPr/>
        </p:nvSpPr>
        <p:spPr>
          <a:xfrm>
            <a:off x="424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1" name="Google Shape;701;p31"/>
          <p:cNvSpPr/>
          <p:nvPr/>
        </p:nvSpPr>
        <p:spPr>
          <a:xfrm flipH="1">
            <a:off x="505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424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3" name="Google Shape;703;p31"/>
          <p:cNvSpPr/>
          <p:nvPr/>
        </p:nvSpPr>
        <p:spPr>
          <a:xfrm flipH="1">
            <a:off x="10793452" y="3159101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9983452" y="3159099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5" name="Google Shape;705;p31"/>
          <p:cNvSpPr/>
          <p:nvPr/>
        </p:nvSpPr>
        <p:spPr>
          <a:xfrm flipH="1">
            <a:off x="9024558" y="126002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8214558" y="126001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7" name="Google Shape;707;p31"/>
          <p:cNvSpPr/>
          <p:nvPr/>
        </p:nvSpPr>
        <p:spPr>
          <a:xfrm flipH="1">
            <a:off x="10816085" y="126349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10006085" y="126348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9" name="Google Shape;709;p31"/>
          <p:cNvSpPr/>
          <p:nvPr/>
        </p:nvSpPr>
        <p:spPr>
          <a:xfrm flipH="1">
            <a:off x="7238511" y="1266565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6428511" y="1266563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1" name="Google Shape;711;p31"/>
          <p:cNvSpPr/>
          <p:nvPr/>
        </p:nvSpPr>
        <p:spPr>
          <a:xfrm rot="10800000">
            <a:off x="10548000" y="365336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 txBox="1"/>
          <p:nvPr/>
        </p:nvSpPr>
        <p:spPr>
          <a:xfrm>
            <a:off x="6413550" y="3135648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13" name="Google Shape;713;p31"/>
          <p:cNvSpPr txBox="1"/>
          <p:nvPr/>
        </p:nvSpPr>
        <p:spPr>
          <a:xfrm>
            <a:off x="7369027" y="3590108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sp>
        <p:nvSpPr>
          <p:cNvPr id="714" name="Google Shape;714;p31"/>
          <p:cNvSpPr/>
          <p:nvPr/>
        </p:nvSpPr>
        <p:spPr>
          <a:xfrm rot="10800000">
            <a:off x="698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31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716" name="Google Shape;716;p31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718" name="Google Shape;718;p31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719" name="Google Shape;719;p3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721" name="Google Shape;721;p31"/>
          <p:cNvSpPr/>
          <p:nvPr/>
        </p:nvSpPr>
        <p:spPr>
          <a:xfrm>
            <a:off x="2366999" y="666879"/>
            <a:ext cx="1810090" cy="3548033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2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728" name="Google Shape;728;p32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32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730" name="Google Shape;730;p32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32" name="Google Shape;732;p32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733" name="Google Shape;733;p32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734" name="Google Shape;734;p32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735" name="Google Shape;735;p32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736" name="Google Shape;736;p32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737" name="Google Shape;737;p32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738" name="Google Shape;738;p32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740" name="Google Shape;740;p32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2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749" name="Google Shape;749;p32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2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2" name="Google Shape;752;p32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753" name="Google Shape;753;p32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755" name="Google Shape;755;p32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756" name="Google Shape;756;p3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758" name="Google Shape;758;p32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759" name="Google Shape;759;p3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761" name="Google Shape;761;p32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762" name="Google Shape;762;p3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3" name="Google Shape;763;p3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764" name="Google Shape;764;p32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765" name="Google Shape;765;p3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767" name="Google Shape;767;p32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768" name="Google Shape;768;p3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770" name="Google Shape;770;p32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771" name="Google Shape;771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773" name="Google Shape;773;p32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774" name="Google Shape;774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776" name="Google Shape;776;p32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777" name="Google Shape;777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779" name="Google Shape;779;p32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780" name="Google Shape;780;p3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3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788" name="Google Shape;788;p33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789" name="Google Shape;789;p33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790" name="Google Shape;790;p33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1" name="Google Shape;791;p33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92" name="Google Shape;792;p33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793" name="Google Shape;793;p33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794" name="Google Shape;794;p33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795" name="Google Shape;795;p33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796" name="Google Shape;796;p33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797" name="Google Shape;797;p33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798" name="Google Shape;798;p33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799" name="Google Shape;799;p33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800" name="Google Shape;800;p33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801" name="Google Shape;801;p33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3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1306072" y="475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3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3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810" name="Google Shape;810;p33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812" name="Google Shape;812;p33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3" name="Google Shape;813;p33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814" name="Google Shape;814;p33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816" name="Google Shape;816;p33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817" name="Google Shape;817;p3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819" name="Google Shape;819;p33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820" name="Google Shape;820;p3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1" name="Google Shape;821;p3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822" name="Google Shape;822;p33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823" name="Google Shape;823;p3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825" name="Google Shape;825;p33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826" name="Google Shape;826;p3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828" name="Google Shape;828;p33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829" name="Google Shape;829;p3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831" name="Google Shape;831;p33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832" name="Google Shape;832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D8D8D8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D8D8D8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834" name="Google Shape;834;p33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835" name="Google Shape;835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837" name="Google Shape;837;p33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838" name="Google Shape;838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840" name="Google Shape;840;p33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841" name="Google Shape;841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843" name="Google Shape;843;p33"/>
          <p:cNvGraphicFramePr/>
          <p:nvPr/>
        </p:nvGraphicFramePr>
        <p:xfrm>
          <a:off x="3630167" y="1702188"/>
          <a:ext cx="8037575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44" name="Google Shape;844;p33"/>
          <p:cNvSpPr txBox="1"/>
          <p:nvPr/>
        </p:nvSpPr>
        <p:spPr>
          <a:xfrm>
            <a:off x="1476213" y="5218777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845" name="Google Shape;845;p33"/>
          <p:cNvSpPr txBox="1"/>
          <p:nvPr/>
        </p:nvSpPr>
        <p:spPr>
          <a:xfrm>
            <a:off x="1476213" y="4948777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846" name="Google Shape;846;p33"/>
          <p:cNvSpPr txBox="1"/>
          <p:nvPr/>
        </p:nvSpPr>
        <p:spPr>
          <a:xfrm>
            <a:off x="1590026" y="467877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847" name="Google Shape;847;p33"/>
          <p:cNvSpPr/>
          <p:nvPr/>
        </p:nvSpPr>
        <p:spPr>
          <a:xfrm>
            <a:off x="1303024" y="44807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3"/>
          <p:cNvSpPr/>
          <p:nvPr/>
        </p:nvSpPr>
        <p:spPr>
          <a:xfrm>
            <a:off x="1303024" y="47507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3"/>
          <p:cNvSpPr/>
          <p:nvPr/>
        </p:nvSpPr>
        <p:spPr>
          <a:xfrm rot="10800000">
            <a:off x="1303024" y="499810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 rot="10800000">
            <a:off x="1303024" y="526810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1" name="Google Shape;851;p33"/>
          <p:cNvGrpSpPr/>
          <p:nvPr/>
        </p:nvGrpSpPr>
        <p:grpSpPr>
          <a:xfrm>
            <a:off x="865678" y="4725955"/>
            <a:ext cx="245580" cy="224238"/>
            <a:chOff x="802803" y="3715228"/>
            <a:chExt cx="245580" cy="224238"/>
          </a:xfrm>
        </p:grpSpPr>
        <p:sp>
          <p:nvSpPr>
            <p:cNvPr id="852" name="Google Shape;852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854" name="Google Shape;854;p33"/>
          <p:cNvGrpSpPr/>
          <p:nvPr/>
        </p:nvGrpSpPr>
        <p:grpSpPr>
          <a:xfrm>
            <a:off x="865678" y="4989896"/>
            <a:ext cx="245580" cy="224238"/>
            <a:chOff x="802803" y="3715228"/>
            <a:chExt cx="245580" cy="224238"/>
          </a:xfrm>
        </p:grpSpPr>
        <p:sp>
          <p:nvSpPr>
            <p:cNvPr id="855" name="Google Shape;855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857" name="Google Shape;857;p33"/>
          <p:cNvGrpSpPr/>
          <p:nvPr/>
        </p:nvGrpSpPr>
        <p:grpSpPr>
          <a:xfrm>
            <a:off x="865678" y="5253367"/>
            <a:ext cx="245580" cy="224238"/>
            <a:chOff x="802803" y="3715228"/>
            <a:chExt cx="245580" cy="224238"/>
          </a:xfrm>
        </p:grpSpPr>
        <p:sp>
          <p:nvSpPr>
            <p:cNvPr id="858" name="Google Shape;858;p3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4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866" name="Google Shape;866;p34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867" name="Google Shape;867;p34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868" name="Google Shape;868;p34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70" name="Google Shape;870;p34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875" name="Google Shape;875;p34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876" name="Google Shape;876;p34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877" name="Google Shape;877;p34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878" name="Google Shape;878;p34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879" name="Google Shape;879;p34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4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889" name="Google Shape;889;p34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0" name="Google Shape;890;p34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891" name="Google Shape;891;p34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893" name="Google Shape;893;p34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894" name="Google Shape;894;p3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896" name="Google Shape;896;p34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897" name="Google Shape;897;p3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899" name="Google Shape;899;p34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900" name="Google Shape;900;p3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902" name="Google Shape;902;p34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903" name="Google Shape;903;p3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905" name="Google Shape;905;p34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906" name="Google Shape;906;p3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908" name="Google Shape;908;p34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909" name="Google Shape;909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911" name="Google Shape;911;p34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912" name="Google Shape;912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914" name="Google Shape;914;p34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915" name="Google Shape;915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917" name="Google Shape;917;p34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918" name="Google Shape;918;p3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920" name="Google Shape;920;p34"/>
          <p:cNvGraphicFramePr/>
          <p:nvPr/>
        </p:nvGraphicFramePr>
        <p:xfrm>
          <a:off x="3308577" y="1132422"/>
          <a:ext cx="8037550" cy="55638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C55A1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i="1" u="none" strike="noStrike" cap="none">
                        <a:solidFill>
                          <a:srgbClr val="C55A1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927" name="Google Shape;927;p3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928" name="Google Shape;928;p35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929" name="Google Shape;929;p35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31" name="Google Shape;931;p35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932" name="Google Shape;932;p35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933" name="Google Shape;933;p35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934" name="Google Shape;934;p35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935" name="Google Shape;935;p35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936" name="Google Shape;936;p35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937" name="Google Shape;937;p35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938" name="Google Shape;938;p35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939" name="Google Shape;939;p35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940" name="Google Shape;940;p35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5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5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5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5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5"/>
          <p:cNvSpPr/>
          <p:nvPr/>
        </p:nvSpPr>
        <p:spPr>
          <a:xfrm>
            <a:off x="10527074" y="203318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5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5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5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949" name="Google Shape;949;p35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5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951" name="Google Shape;951;p35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2" name="Google Shape;952;p35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953" name="Google Shape;953;p35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955" name="Google Shape;955;p35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956" name="Google Shape;956;p3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958" name="Google Shape;958;p35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959" name="Google Shape;959;p3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961" name="Google Shape;961;p35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962" name="Google Shape;962;p3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964" name="Google Shape;964;p35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965" name="Google Shape;965;p3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967" name="Google Shape;967;p35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968" name="Google Shape;968;p3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970" name="Google Shape;970;p35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971" name="Google Shape;971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973" name="Google Shape;973;p35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974" name="Google Shape;974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976" name="Google Shape;976;p35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977" name="Google Shape;977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979" name="Google Shape;979;p35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980" name="Google Shape;980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982" name="Google Shape;982;p35"/>
          <p:cNvGraphicFramePr/>
          <p:nvPr/>
        </p:nvGraphicFramePr>
        <p:xfrm>
          <a:off x="3609066" y="874614"/>
          <a:ext cx="8037550" cy="55638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29,550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83" name="Google Shape;983;p35"/>
          <p:cNvSpPr/>
          <p:nvPr/>
        </p:nvSpPr>
        <p:spPr>
          <a:xfrm rot="10800000">
            <a:off x="6251866" y="2040551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5"/>
          <p:cNvSpPr/>
          <p:nvPr/>
        </p:nvSpPr>
        <p:spPr>
          <a:xfrm rot="10800000">
            <a:off x="6259890" y="2529839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5"/>
          <p:cNvSpPr/>
          <p:nvPr/>
        </p:nvSpPr>
        <p:spPr>
          <a:xfrm rot="10800000">
            <a:off x="6267911" y="2990248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5"/>
          <p:cNvSpPr/>
          <p:nvPr/>
        </p:nvSpPr>
        <p:spPr>
          <a:xfrm rot="10800000">
            <a:off x="6275932" y="3527657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5"/>
          <p:cNvSpPr/>
          <p:nvPr/>
        </p:nvSpPr>
        <p:spPr>
          <a:xfrm rot="10800000">
            <a:off x="6283953" y="4007316"/>
            <a:ext cx="62320" cy="165275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5"/>
          <p:cNvSpPr/>
          <p:nvPr/>
        </p:nvSpPr>
        <p:spPr>
          <a:xfrm>
            <a:off x="10527074" y="252983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5"/>
          <p:cNvSpPr/>
          <p:nvPr/>
        </p:nvSpPr>
        <p:spPr>
          <a:xfrm>
            <a:off x="10527074" y="302649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10527074" y="35231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5"/>
          <p:cNvSpPr/>
          <p:nvPr/>
        </p:nvSpPr>
        <p:spPr>
          <a:xfrm>
            <a:off x="10527074" y="401979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2" name="Google Shape;992;p35"/>
          <p:cNvGrpSpPr/>
          <p:nvPr/>
        </p:nvGrpSpPr>
        <p:grpSpPr>
          <a:xfrm>
            <a:off x="5694555" y="1981588"/>
            <a:ext cx="245580" cy="224238"/>
            <a:chOff x="802803" y="3715228"/>
            <a:chExt cx="245580" cy="224238"/>
          </a:xfrm>
        </p:grpSpPr>
        <p:sp>
          <p:nvSpPr>
            <p:cNvPr id="993" name="Google Shape;993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995" name="Google Shape;995;p35"/>
          <p:cNvGrpSpPr/>
          <p:nvPr/>
        </p:nvGrpSpPr>
        <p:grpSpPr>
          <a:xfrm>
            <a:off x="5686227" y="2507720"/>
            <a:ext cx="245580" cy="224238"/>
            <a:chOff x="802803" y="3715228"/>
            <a:chExt cx="245580" cy="224238"/>
          </a:xfrm>
        </p:grpSpPr>
        <p:sp>
          <p:nvSpPr>
            <p:cNvPr id="996" name="Google Shape;996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998" name="Google Shape;998;p35"/>
          <p:cNvGrpSpPr/>
          <p:nvPr/>
        </p:nvGrpSpPr>
        <p:grpSpPr>
          <a:xfrm>
            <a:off x="5681694" y="2987661"/>
            <a:ext cx="287259" cy="224238"/>
            <a:chOff x="781964" y="3715228"/>
            <a:chExt cx="287259" cy="224238"/>
          </a:xfrm>
        </p:grpSpPr>
        <p:sp>
          <p:nvSpPr>
            <p:cNvPr id="999" name="Google Shape;999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001" name="Google Shape;1001;p35"/>
          <p:cNvGrpSpPr/>
          <p:nvPr/>
        </p:nvGrpSpPr>
        <p:grpSpPr>
          <a:xfrm>
            <a:off x="5698886" y="3526406"/>
            <a:ext cx="287259" cy="224238"/>
            <a:chOff x="781964" y="3715228"/>
            <a:chExt cx="287259" cy="224238"/>
          </a:xfrm>
        </p:grpSpPr>
        <p:sp>
          <p:nvSpPr>
            <p:cNvPr id="1002" name="Google Shape;1002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004" name="Google Shape;1004;p35"/>
          <p:cNvGrpSpPr/>
          <p:nvPr/>
        </p:nvGrpSpPr>
        <p:grpSpPr>
          <a:xfrm>
            <a:off x="5706864" y="3998914"/>
            <a:ext cx="287259" cy="224238"/>
            <a:chOff x="781964" y="3715228"/>
            <a:chExt cx="287259" cy="224238"/>
          </a:xfrm>
        </p:grpSpPr>
        <p:sp>
          <p:nvSpPr>
            <p:cNvPr id="1005" name="Google Shape;1005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007" name="Google Shape;1007;p35"/>
          <p:cNvGrpSpPr/>
          <p:nvPr/>
        </p:nvGrpSpPr>
        <p:grpSpPr>
          <a:xfrm>
            <a:off x="9823395" y="2011069"/>
            <a:ext cx="235963" cy="224238"/>
            <a:chOff x="807612" y="3715228"/>
            <a:chExt cx="235963" cy="224238"/>
          </a:xfrm>
        </p:grpSpPr>
        <p:sp>
          <p:nvSpPr>
            <p:cNvPr id="1008" name="Google Shape;1008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807612" y="3724022"/>
              <a:ext cx="2359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010" name="Google Shape;1010;p35"/>
          <p:cNvGrpSpPr/>
          <p:nvPr/>
        </p:nvGrpSpPr>
        <p:grpSpPr>
          <a:xfrm>
            <a:off x="9831373" y="2519542"/>
            <a:ext cx="235963" cy="224238"/>
            <a:chOff x="807612" y="3715228"/>
            <a:chExt cx="235963" cy="224238"/>
          </a:xfrm>
        </p:grpSpPr>
        <p:sp>
          <p:nvSpPr>
            <p:cNvPr id="1011" name="Google Shape;1011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807612" y="3724022"/>
              <a:ext cx="2359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013" name="Google Shape;1013;p35"/>
          <p:cNvGrpSpPr/>
          <p:nvPr/>
        </p:nvGrpSpPr>
        <p:grpSpPr>
          <a:xfrm>
            <a:off x="9841092" y="2979423"/>
            <a:ext cx="235963" cy="224238"/>
            <a:chOff x="807612" y="3715228"/>
            <a:chExt cx="235963" cy="224238"/>
          </a:xfrm>
        </p:grpSpPr>
        <p:sp>
          <p:nvSpPr>
            <p:cNvPr id="1014" name="Google Shape;1014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807612" y="3724022"/>
              <a:ext cx="235963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016" name="Google Shape;1016;p35"/>
          <p:cNvGrpSpPr/>
          <p:nvPr/>
        </p:nvGrpSpPr>
        <p:grpSpPr>
          <a:xfrm>
            <a:off x="9812568" y="3507231"/>
            <a:ext cx="287259" cy="224238"/>
            <a:chOff x="781964" y="3715228"/>
            <a:chExt cx="287259" cy="224238"/>
          </a:xfrm>
        </p:grpSpPr>
        <p:sp>
          <p:nvSpPr>
            <p:cNvPr id="1017" name="Google Shape;1017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781964" y="3724022"/>
              <a:ext cx="287259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019" name="Google Shape;1019;p35"/>
          <p:cNvGrpSpPr/>
          <p:nvPr/>
        </p:nvGrpSpPr>
        <p:grpSpPr>
          <a:xfrm>
            <a:off x="9819317" y="3977289"/>
            <a:ext cx="287258" cy="224238"/>
            <a:chOff x="781964" y="3715228"/>
            <a:chExt cx="287258" cy="224238"/>
          </a:xfrm>
        </p:grpSpPr>
        <p:sp>
          <p:nvSpPr>
            <p:cNvPr id="1020" name="Google Shape;1020;p3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781964" y="3724022"/>
              <a:ext cx="28725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028" name="Google Shape;1028;p3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029" name="Google Shape;1029;p36"/>
          <p:cNvGrpSpPr/>
          <p:nvPr/>
        </p:nvGrpSpPr>
        <p:grpSpPr>
          <a:xfrm>
            <a:off x="753501" y="2564906"/>
            <a:ext cx="1620000" cy="3000908"/>
            <a:chOff x="671549" y="1402787"/>
            <a:chExt cx="1620000" cy="2549293"/>
          </a:xfrm>
        </p:grpSpPr>
        <p:sp>
          <p:nvSpPr>
            <p:cNvPr id="1030" name="Google Shape;1030;p36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32" name="Google Shape;1032;p36"/>
          <p:cNvSpPr txBox="1"/>
          <p:nvPr/>
        </p:nvSpPr>
        <p:spPr>
          <a:xfrm>
            <a:off x="845847" y="5531116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033" name="Google Shape;1033;p36"/>
          <p:cNvSpPr txBox="1"/>
          <p:nvPr/>
        </p:nvSpPr>
        <p:spPr>
          <a:xfrm>
            <a:off x="1479261" y="522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034" name="Google Shape;1034;p36"/>
          <p:cNvSpPr txBox="1"/>
          <p:nvPr/>
        </p:nvSpPr>
        <p:spPr>
          <a:xfrm>
            <a:off x="1479261" y="495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035" name="Google Shape;1035;p36"/>
          <p:cNvSpPr txBox="1"/>
          <p:nvPr/>
        </p:nvSpPr>
        <p:spPr>
          <a:xfrm>
            <a:off x="1593074" y="4681825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036" name="Google Shape;1036;p36"/>
          <p:cNvSpPr txBox="1"/>
          <p:nvPr/>
        </p:nvSpPr>
        <p:spPr>
          <a:xfrm>
            <a:off x="1764595" y="414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037" name="Google Shape;1037;p36"/>
          <p:cNvSpPr txBox="1"/>
          <p:nvPr/>
        </p:nvSpPr>
        <p:spPr>
          <a:xfrm>
            <a:off x="1878409" y="387182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038" name="Google Shape;1038;p36"/>
          <p:cNvSpPr txBox="1"/>
          <p:nvPr/>
        </p:nvSpPr>
        <p:spPr>
          <a:xfrm>
            <a:off x="1764595" y="333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039" name="Google Shape;1039;p36"/>
          <p:cNvSpPr txBox="1"/>
          <p:nvPr/>
        </p:nvSpPr>
        <p:spPr>
          <a:xfrm>
            <a:off x="1764595" y="306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040" name="Google Shape;1040;p36"/>
          <p:cNvSpPr txBox="1"/>
          <p:nvPr/>
        </p:nvSpPr>
        <p:spPr>
          <a:xfrm>
            <a:off x="1479261" y="441182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041" name="Google Shape;1041;p36"/>
          <p:cNvSpPr/>
          <p:nvPr/>
        </p:nvSpPr>
        <p:spPr>
          <a:xfrm>
            <a:off x="1306072" y="313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6"/>
          <p:cNvSpPr/>
          <p:nvPr/>
        </p:nvSpPr>
        <p:spPr>
          <a:xfrm rot="10800000">
            <a:off x="1306072" y="338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6"/>
          <p:cNvSpPr/>
          <p:nvPr/>
        </p:nvSpPr>
        <p:spPr>
          <a:xfrm>
            <a:off x="1306072" y="394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6"/>
          <p:cNvSpPr/>
          <p:nvPr/>
        </p:nvSpPr>
        <p:spPr>
          <a:xfrm rot="10800000">
            <a:off x="1306072" y="419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1306072" y="448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6"/>
          <p:cNvSpPr/>
          <p:nvPr/>
        </p:nvSpPr>
        <p:spPr>
          <a:xfrm>
            <a:off x="1306072" y="475382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6"/>
          <p:cNvSpPr/>
          <p:nvPr/>
        </p:nvSpPr>
        <p:spPr>
          <a:xfrm rot="10800000">
            <a:off x="1306072" y="500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6"/>
          <p:cNvSpPr/>
          <p:nvPr/>
        </p:nvSpPr>
        <p:spPr>
          <a:xfrm rot="10800000">
            <a:off x="1306072" y="52711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6"/>
          <p:cNvSpPr txBox="1"/>
          <p:nvPr/>
        </p:nvSpPr>
        <p:spPr>
          <a:xfrm>
            <a:off x="1764595" y="360182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050" name="Google Shape;1050;p36"/>
          <p:cNvSpPr/>
          <p:nvPr/>
        </p:nvSpPr>
        <p:spPr>
          <a:xfrm rot="10800000">
            <a:off x="1302367" y="3657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6"/>
          <p:cNvSpPr txBox="1"/>
          <p:nvPr/>
        </p:nvSpPr>
        <p:spPr>
          <a:xfrm>
            <a:off x="1593074" y="28020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052" name="Google Shape;1052;p36"/>
          <p:cNvSpPr/>
          <p:nvPr/>
        </p:nvSpPr>
        <p:spPr>
          <a:xfrm>
            <a:off x="1309927" y="28740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3" name="Google Shape;1053;p36"/>
          <p:cNvGrpSpPr/>
          <p:nvPr/>
        </p:nvGrpSpPr>
        <p:grpSpPr>
          <a:xfrm>
            <a:off x="823393" y="2837363"/>
            <a:ext cx="309700" cy="223917"/>
            <a:chOff x="756600" y="3715226"/>
            <a:chExt cx="321511" cy="232457"/>
          </a:xfrm>
        </p:grpSpPr>
        <p:sp>
          <p:nvSpPr>
            <p:cNvPr id="1054" name="Google Shape;1054;p36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056" name="Google Shape;1056;p36"/>
          <p:cNvGrpSpPr/>
          <p:nvPr/>
        </p:nvGrpSpPr>
        <p:grpSpPr>
          <a:xfrm>
            <a:off x="823392" y="3104949"/>
            <a:ext cx="309700" cy="223917"/>
            <a:chOff x="756599" y="3715226"/>
            <a:chExt cx="321512" cy="232457"/>
          </a:xfrm>
        </p:grpSpPr>
        <p:sp>
          <p:nvSpPr>
            <p:cNvPr id="1057" name="Google Shape;1057;p3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059" name="Google Shape;1059;p36"/>
          <p:cNvGrpSpPr/>
          <p:nvPr/>
        </p:nvGrpSpPr>
        <p:grpSpPr>
          <a:xfrm>
            <a:off x="823392" y="3370727"/>
            <a:ext cx="309700" cy="223916"/>
            <a:chOff x="756599" y="3715227"/>
            <a:chExt cx="321512" cy="232456"/>
          </a:xfrm>
        </p:grpSpPr>
        <p:sp>
          <p:nvSpPr>
            <p:cNvPr id="1060" name="Google Shape;1060;p3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062" name="Google Shape;1062;p36"/>
          <p:cNvGrpSpPr/>
          <p:nvPr/>
        </p:nvGrpSpPr>
        <p:grpSpPr>
          <a:xfrm>
            <a:off x="823392" y="3644557"/>
            <a:ext cx="309700" cy="223916"/>
            <a:chOff x="756599" y="3715227"/>
            <a:chExt cx="321512" cy="232456"/>
          </a:xfrm>
        </p:grpSpPr>
        <p:sp>
          <p:nvSpPr>
            <p:cNvPr id="1063" name="Google Shape;1063;p3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4" name="Google Shape;1064;p3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065" name="Google Shape;1065;p36"/>
          <p:cNvGrpSpPr/>
          <p:nvPr/>
        </p:nvGrpSpPr>
        <p:grpSpPr>
          <a:xfrm>
            <a:off x="863413" y="3914393"/>
            <a:ext cx="247184" cy="223916"/>
            <a:chOff x="797287" y="3715227"/>
            <a:chExt cx="256611" cy="232456"/>
          </a:xfrm>
        </p:grpSpPr>
        <p:sp>
          <p:nvSpPr>
            <p:cNvPr id="1066" name="Google Shape;1066;p3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068" name="Google Shape;1068;p36"/>
          <p:cNvGrpSpPr/>
          <p:nvPr/>
        </p:nvGrpSpPr>
        <p:grpSpPr>
          <a:xfrm>
            <a:off x="825115" y="4174521"/>
            <a:ext cx="300083" cy="223917"/>
            <a:chOff x="761592" y="3715226"/>
            <a:chExt cx="311527" cy="232457"/>
          </a:xfrm>
        </p:grpSpPr>
        <p:sp>
          <p:nvSpPr>
            <p:cNvPr id="1069" name="Google Shape;1069;p3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071" name="Google Shape;1071;p36"/>
          <p:cNvGrpSpPr/>
          <p:nvPr/>
        </p:nvGrpSpPr>
        <p:grpSpPr>
          <a:xfrm>
            <a:off x="868726" y="4449016"/>
            <a:ext cx="245580" cy="224238"/>
            <a:chOff x="802803" y="3715228"/>
            <a:chExt cx="245580" cy="224238"/>
          </a:xfrm>
        </p:grpSpPr>
        <p:sp>
          <p:nvSpPr>
            <p:cNvPr id="1072" name="Google Shape;1072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074" name="Google Shape;1074;p36"/>
          <p:cNvGrpSpPr/>
          <p:nvPr/>
        </p:nvGrpSpPr>
        <p:grpSpPr>
          <a:xfrm>
            <a:off x="868726" y="4729003"/>
            <a:ext cx="245580" cy="224238"/>
            <a:chOff x="802803" y="3715228"/>
            <a:chExt cx="245580" cy="224238"/>
          </a:xfrm>
        </p:grpSpPr>
        <p:sp>
          <p:nvSpPr>
            <p:cNvPr id="1075" name="Google Shape;1075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6" name="Google Shape;1076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077" name="Google Shape;1077;p36"/>
          <p:cNvGrpSpPr/>
          <p:nvPr/>
        </p:nvGrpSpPr>
        <p:grpSpPr>
          <a:xfrm>
            <a:off x="868726" y="4992944"/>
            <a:ext cx="245580" cy="224238"/>
            <a:chOff x="802803" y="3715228"/>
            <a:chExt cx="245580" cy="224238"/>
          </a:xfrm>
        </p:grpSpPr>
        <p:sp>
          <p:nvSpPr>
            <p:cNvPr id="1078" name="Google Shape;1078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9" name="Google Shape;1079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080" name="Google Shape;1080;p36"/>
          <p:cNvGrpSpPr/>
          <p:nvPr/>
        </p:nvGrpSpPr>
        <p:grpSpPr>
          <a:xfrm>
            <a:off x="868726" y="5256415"/>
            <a:ext cx="245580" cy="224238"/>
            <a:chOff x="802803" y="3715228"/>
            <a:chExt cx="245580" cy="224238"/>
          </a:xfrm>
        </p:grpSpPr>
        <p:sp>
          <p:nvSpPr>
            <p:cNvPr id="1081" name="Google Shape;1081;p3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2" name="Google Shape;1082;p3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aphicFrame>
        <p:nvGraphicFramePr>
          <p:cNvPr id="1083" name="Google Shape;1083;p36"/>
          <p:cNvGraphicFramePr/>
          <p:nvPr/>
        </p:nvGraphicFramePr>
        <p:xfrm>
          <a:off x="3484345" y="874614"/>
          <a:ext cx="8162275" cy="566265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7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1/1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1/31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1/2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</a:t>
                      </a:r>
                      <a:r>
                        <a:rPr lang="en-US" sz="1800" u="none" strike="noStrike" cap="none"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capital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2/5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Inventory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2/4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2/5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2/21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Deferred Revenue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2/25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Deferred expenses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2/21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Accounts Receivable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3/31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Accounts Payable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3/31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29,550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9" name="Google Shape;1089;p37"/>
          <p:cNvGraphicFramePr/>
          <p:nvPr/>
        </p:nvGraphicFramePr>
        <p:xfrm>
          <a:off x="1782783" y="1594468"/>
          <a:ext cx="7555825" cy="4899680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11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325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Cash at bank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$Green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Side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$Orange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Side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 Bal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Jan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Jan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</a:t>
                      </a:r>
                      <a:r>
                        <a:rPr lang="en-US" sz="1800" u="none" strike="noStrike" cap="none"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capital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31 Jan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Bank loan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9000"/>
                        </a:buClr>
                        <a:buSzPts val="1700"/>
                        <a:buFont typeface="Helvetica Neue"/>
                        <a:buNone/>
                      </a:pPr>
                      <a:r>
                        <a:rPr lang="en-US" sz="1700" u="none" strike="noStrike" cap="none">
                          <a:solidFill>
                            <a:srgbClr val="BF9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solidFill>
                            <a:srgbClr val="7F7F7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45,000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4E0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solidFill>
                          <a:srgbClr val="7F7F7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90" name="Google Shape;1090;p37"/>
          <p:cNvSpPr txBox="1">
            <a:spLocks noGrp="1"/>
          </p:cNvSpPr>
          <p:nvPr>
            <p:ph type="title"/>
          </p:nvPr>
        </p:nvSpPr>
        <p:spPr>
          <a:xfrm>
            <a:off x="783774" y="-138"/>
            <a:ext cx="1128751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word about 3-column ledger accounts</a:t>
            </a:r>
            <a:endParaRPr baseline="30000">
              <a:solidFill>
                <a:srgbClr val="BFBFB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37"/>
          <p:cNvSpPr/>
          <p:nvPr/>
        </p:nvSpPr>
        <p:spPr>
          <a:xfrm>
            <a:off x="1817508" y="2178450"/>
            <a:ext cx="1153131" cy="449943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7"/>
          <p:cNvSpPr/>
          <p:nvPr/>
        </p:nvSpPr>
        <p:spPr>
          <a:xfrm>
            <a:off x="3043209" y="2178450"/>
            <a:ext cx="2656115" cy="449943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8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099" name="Google Shape;1099;p38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100" name="Google Shape;1100;p38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101" name="Google Shape;1101;p38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1102" name="Google Shape;1102;p38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103" name="Google Shape;1103;p38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1104" name="Google Shape;1104;p38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1105" name="Google Shape;1105;p38"/>
          <p:cNvGrpSpPr/>
          <p:nvPr/>
        </p:nvGrpSpPr>
        <p:grpSpPr>
          <a:xfrm>
            <a:off x="492858" y="3906158"/>
            <a:ext cx="11291146" cy="2763574"/>
            <a:chOff x="492858" y="3906158"/>
            <a:chExt cx="11291146" cy="2763574"/>
          </a:xfrm>
        </p:grpSpPr>
        <p:sp>
          <p:nvSpPr>
            <p:cNvPr id="1106" name="Google Shape;1106;p38"/>
            <p:cNvSpPr txBox="1"/>
            <p:nvPr/>
          </p:nvSpPr>
          <p:spPr>
            <a:xfrm>
              <a:off x="492858" y="4444544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107" name="Google Shape;1107;p38"/>
            <p:cNvSpPr txBox="1"/>
            <p:nvPr/>
          </p:nvSpPr>
          <p:spPr>
            <a:xfrm>
              <a:off x="6220907" y="458507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108" name="Google Shape;1108;p38"/>
            <p:cNvSpPr txBox="1"/>
            <p:nvPr/>
          </p:nvSpPr>
          <p:spPr>
            <a:xfrm>
              <a:off x="642552" y="458507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9" name="Google Shape;1109;p38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1110" name="Google Shape;1110;p38"/>
            <p:cNvSpPr txBox="1"/>
            <p:nvPr/>
          </p:nvSpPr>
          <p:spPr>
            <a:xfrm>
              <a:off x="2596439" y="5339671"/>
              <a:ext cx="1590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Cleaning</a:t>
              </a:r>
              <a:endParaRPr/>
            </a:p>
          </p:txBody>
        </p:sp>
        <p:sp>
          <p:nvSpPr>
            <p:cNvPr id="1111" name="Google Shape;1111;p38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1112" name="Google Shape;1112;p38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1113" name="Google Shape;1113;p38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sp>
          <p:nvSpPr>
            <p:cNvPr id="1114" name="Google Shape;1114;p38"/>
            <p:cNvSpPr txBox="1"/>
            <p:nvPr/>
          </p:nvSpPr>
          <p:spPr>
            <a:xfrm>
              <a:off x="3713366" y="5031445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50</a:t>
              </a:r>
              <a:endParaRPr/>
            </a:p>
          </p:txBody>
        </p:sp>
        <p:sp>
          <p:nvSpPr>
            <p:cNvPr id="1115" name="Google Shape;1115;p38"/>
            <p:cNvSpPr txBox="1"/>
            <p:nvPr/>
          </p:nvSpPr>
          <p:spPr>
            <a:xfrm>
              <a:off x="7429894" y="590508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700</a:t>
              </a:r>
              <a:endParaRPr/>
            </a:p>
          </p:txBody>
        </p:sp>
        <p:sp>
          <p:nvSpPr>
            <p:cNvPr id="1116" name="Google Shape;1116;p38"/>
            <p:cNvSpPr/>
            <p:nvPr/>
          </p:nvSpPr>
          <p:spPr>
            <a:xfrm rot="10800000">
              <a:off x="6984000" y="59430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8"/>
            <p:cNvSpPr/>
            <p:nvPr/>
          </p:nvSpPr>
          <p:spPr>
            <a:xfrm rot="10800000">
              <a:off x="3096000" y="508232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8"/>
            <p:cNvSpPr txBox="1"/>
            <p:nvPr/>
          </p:nvSpPr>
          <p:spPr>
            <a:xfrm>
              <a:off x="5305894" y="5893862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1119" name="Google Shape;1119;p38"/>
            <p:cNvSpPr/>
            <p:nvPr/>
          </p:nvSpPr>
          <p:spPr>
            <a:xfrm rot="10800000">
              <a:off x="4860000" y="5944742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8"/>
            <p:cNvSpPr txBox="1"/>
            <p:nvPr/>
          </p:nvSpPr>
          <p:spPr>
            <a:xfrm>
              <a:off x="7429894" y="564524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600</a:t>
              </a:r>
              <a:endParaRPr/>
            </a:p>
          </p:txBody>
        </p:sp>
        <p:sp>
          <p:nvSpPr>
            <p:cNvPr id="1121" name="Google Shape;1121;p38"/>
            <p:cNvSpPr/>
            <p:nvPr/>
          </p:nvSpPr>
          <p:spPr>
            <a:xfrm rot="10800000">
              <a:off x="6984000" y="569537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8"/>
            <p:cNvSpPr txBox="1"/>
            <p:nvPr/>
          </p:nvSpPr>
          <p:spPr>
            <a:xfrm>
              <a:off x="5305894" y="5646024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300</a:t>
              </a:r>
              <a:endParaRPr/>
            </a:p>
          </p:txBody>
        </p:sp>
        <p:sp>
          <p:nvSpPr>
            <p:cNvPr id="1123" name="Google Shape;1123;p38"/>
            <p:cNvSpPr/>
            <p:nvPr/>
          </p:nvSpPr>
          <p:spPr>
            <a:xfrm rot="10800000">
              <a:off x="4860000" y="5696904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38"/>
            <p:cNvSpPr txBox="1"/>
            <p:nvPr/>
          </p:nvSpPr>
          <p:spPr>
            <a:xfrm>
              <a:off x="3599552" y="4796571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250</a:t>
              </a:r>
              <a:endParaRPr/>
            </a:p>
          </p:txBody>
        </p:sp>
        <p:sp>
          <p:nvSpPr>
            <p:cNvPr id="1125" name="Google Shape;1125;p38"/>
            <p:cNvSpPr/>
            <p:nvPr/>
          </p:nvSpPr>
          <p:spPr>
            <a:xfrm rot="10800000">
              <a:off x="3096000" y="484745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8"/>
            <p:cNvSpPr txBox="1"/>
            <p:nvPr/>
          </p:nvSpPr>
          <p:spPr>
            <a:xfrm>
              <a:off x="7543708" y="5375143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accent2"/>
                  </a:solidFill>
                  <a:latin typeface="Avenir"/>
                  <a:ea typeface="Avenir"/>
                  <a:cs typeface="Avenir"/>
                  <a:sym typeface="Avenir"/>
                </a:rPr>
                <a:t>90</a:t>
              </a:r>
              <a:endParaRPr/>
            </a:p>
          </p:txBody>
        </p:sp>
        <p:sp>
          <p:nvSpPr>
            <p:cNvPr id="1127" name="Google Shape;1127;p38"/>
            <p:cNvSpPr/>
            <p:nvPr/>
          </p:nvSpPr>
          <p:spPr>
            <a:xfrm rot="10800000">
              <a:off x="6984000" y="5425275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chemeClr val="accent2"/>
            </a:solidFill>
            <a:ln w="9525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8"/>
            <p:cNvSpPr txBox="1"/>
            <p:nvPr/>
          </p:nvSpPr>
          <p:spPr>
            <a:xfrm>
              <a:off x="5419708" y="5397501"/>
              <a:ext cx="41229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30</a:t>
              </a:r>
              <a:endParaRPr/>
            </a:p>
          </p:txBody>
        </p:sp>
        <p:sp>
          <p:nvSpPr>
            <p:cNvPr id="1129" name="Google Shape;1129;p38"/>
            <p:cNvSpPr/>
            <p:nvPr/>
          </p:nvSpPr>
          <p:spPr>
            <a:xfrm rot="10800000">
              <a:off x="4860000" y="5448381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8"/>
            <p:cNvSpPr txBox="1"/>
            <p:nvPr/>
          </p:nvSpPr>
          <p:spPr>
            <a:xfrm>
              <a:off x="1816755" y="589722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100</a:t>
              </a:r>
              <a:endParaRPr/>
            </a:p>
          </p:txBody>
        </p:sp>
        <p:sp>
          <p:nvSpPr>
            <p:cNvPr id="1131" name="Google Shape;1131;p38"/>
            <p:cNvSpPr/>
            <p:nvPr/>
          </p:nvSpPr>
          <p:spPr>
            <a:xfrm rot="10800000">
              <a:off x="1296000" y="5947200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8"/>
            <p:cNvSpPr txBox="1"/>
            <p:nvPr/>
          </p:nvSpPr>
          <p:spPr>
            <a:xfrm>
              <a:off x="3577894" y="5912376"/>
              <a:ext cx="52610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548135"/>
                  </a:solidFill>
                  <a:latin typeface="Avenir"/>
                  <a:ea typeface="Avenir"/>
                  <a:cs typeface="Avenir"/>
                  <a:sym typeface="Avenir"/>
                </a:rPr>
                <a:t>200</a:t>
              </a: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 rot="10800000">
              <a:off x="3096000" y="5963256"/>
              <a:ext cx="108000" cy="180000"/>
            </a:xfrm>
            <a:prstGeom prst="downArrow">
              <a:avLst>
                <a:gd name="adj1" fmla="val 100000"/>
                <a:gd name="adj2" fmla="val 47930"/>
              </a:avLst>
            </a:prstGeom>
            <a:solidFill>
              <a:srgbClr val="548135"/>
            </a:solidFill>
            <a:ln w="952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6520209" y="593108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5" name="Google Shape;1135;p38"/>
            <p:cNvSpPr/>
            <p:nvPr/>
          </p:nvSpPr>
          <p:spPr>
            <a:xfrm>
              <a:off x="6484980" y="5939874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4412950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4372912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4417434" y="5681195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4377396" y="5689989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4416222" y="5432633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1" name="Google Shape;1141;p38"/>
            <p:cNvSpPr/>
            <p:nvPr/>
          </p:nvSpPr>
          <p:spPr>
            <a:xfrm>
              <a:off x="4345727" y="5441427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2" name="Google Shape;1142;p38"/>
            <p:cNvSpPr/>
            <p:nvPr/>
          </p:nvSpPr>
          <p:spPr>
            <a:xfrm>
              <a:off x="6520209" y="567679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3" name="Google Shape;1143;p38"/>
            <p:cNvSpPr/>
            <p:nvPr/>
          </p:nvSpPr>
          <p:spPr>
            <a:xfrm>
              <a:off x="6484980" y="568559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6522731" y="5416132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5" name="Google Shape;1145;p38"/>
            <p:cNvSpPr/>
            <p:nvPr/>
          </p:nvSpPr>
          <p:spPr>
            <a:xfrm>
              <a:off x="6448807" y="5424926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  <p:sp>
          <p:nvSpPr>
            <p:cNvPr id="1146" name="Google Shape;1146;p38"/>
            <p:cNvSpPr/>
            <p:nvPr/>
          </p:nvSpPr>
          <p:spPr>
            <a:xfrm>
              <a:off x="2689441" y="5057611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7" name="Google Shape;1147;p38"/>
            <p:cNvSpPr/>
            <p:nvPr/>
          </p:nvSpPr>
          <p:spPr>
            <a:xfrm>
              <a:off x="2681463" y="5066405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  <p:sp>
          <p:nvSpPr>
            <p:cNvPr id="1148" name="Google Shape;1148;p38"/>
            <p:cNvSpPr/>
            <p:nvPr/>
          </p:nvSpPr>
          <p:spPr>
            <a:xfrm>
              <a:off x="2688608" y="4808856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9" name="Google Shape;1149;p38"/>
            <p:cNvSpPr/>
            <p:nvPr/>
          </p:nvSpPr>
          <p:spPr>
            <a:xfrm>
              <a:off x="2680630" y="4817650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  <p:sp>
          <p:nvSpPr>
            <p:cNvPr id="1150" name="Google Shape;1150;p38"/>
            <p:cNvSpPr/>
            <p:nvPr/>
          </p:nvSpPr>
          <p:spPr>
            <a:xfrm>
              <a:off x="892445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1" name="Google Shape;1151;p38"/>
            <p:cNvSpPr/>
            <p:nvPr/>
          </p:nvSpPr>
          <p:spPr>
            <a:xfrm>
              <a:off x="852407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  <p:sp>
          <p:nvSpPr>
            <p:cNvPr id="1152" name="Google Shape;1152;p38"/>
            <p:cNvSpPr/>
            <p:nvPr/>
          </p:nvSpPr>
          <p:spPr>
            <a:xfrm>
              <a:off x="2660434" y="5940000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3" name="Google Shape;1153;p38"/>
            <p:cNvSpPr/>
            <p:nvPr/>
          </p:nvSpPr>
          <p:spPr>
            <a:xfrm>
              <a:off x="2620396" y="5948794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  <p:sp>
          <p:nvSpPr>
            <p:cNvPr id="1154" name="Google Shape;1154;p38"/>
            <p:cNvSpPr/>
            <p:nvPr/>
          </p:nvSpPr>
          <p:spPr>
            <a:xfrm flipH="1">
              <a:off x="336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2556000" y="476759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6" name="Google Shape;1156;p38"/>
            <p:cNvSpPr/>
            <p:nvPr/>
          </p:nvSpPr>
          <p:spPr>
            <a:xfrm flipH="1">
              <a:off x="336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2556000" y="5633028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8" name="Google Shape;1158;p38"/>
            <p:cNvSpPr/>
            <p:nvPr/>
          </p:nvSpPr>
          <p:spPr>
            <a:xfrm flipH="1">
              <a:off x="159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9" name="Google Shape;1159;p38"/>
            <p:cNvSpPr/>
            <p:nvPr/>
          </p:nvSpPr>
          <p:spPr>
            <a:xfrm>
              <a:off x="788356" y="5618680"/>
              <a:ext cx="810000" cy="613673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0" name="Google Shape;1160;p38"/>
            <p:cNvSpPr/>
            <p:nvPr/>
          </p:nvSpPr>
          <p:spPr>
            <a:xfrm flipH="1">
              <a:off x="5102494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4292494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2" name="Google Shape;1162;p38"/>
            <p:cNvSpPr/>
            <p:nvPr/>
          </p:nvSpPr>
          <p:spPr>
            <a:xfrm flipH="1">
              <a:off x="7192456" y="5448383"/>
              <a:ext cx="810000" cy="796274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6382456" y="5448381"/>
              <a:ext cx="810000" cy="796275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164" name="Google Shape;1164;p38"/>
            <p:cNvCxnSpPr>
              <a:stCxn id="1103" idx="2"/>
            </p:cNvCxnSpPr>
            <p:nvPr/>
          </p:nvCxnSpPr>
          <p:spPr>
            <a:xfrm>
              <a:off x="7183267" y="3906158"/>
              <a:ext cx="8700" cy="566100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5" name="Google Shape;1165;p38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66" name="Google Shape;1166;p38"/>
          <p:cNvSpPr/>
          <p:nvPr/>
        </p:nvSpPr>
        <p:spPr>
          <a:xfrm flipH="1">
            <a:off x="505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7" name="Google Shape;1167;p38"/>
          <p:cNvSpPr/>
          <p:nvPr/>
        </p:nvSpPr>
        <p:spPr>
          <a:xfrm>
            <a:off x="4248000" y="2850495"/>
            <a:ext cx="810000" cy="1116000"/>
          </a:xfrm>
          <a:prstGeom prst="corner">
            <a:avLst>
              <a:gd name="adj1" fmla="val 7073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8" name="Google Shape;1168;p38"/>
          <p:cNvSpPr/>
          <p:nvPr/>
        </p:nvSpPr>
        <p:spPr>
          <a:xfrm flipH="1">
            <a:off x="3268800" y="957790"/>
            <a:ext cx="810000" cy="3000908"/>
          </a:xfrm>
          <a:prstGeom prst="corner">
            <a:avLst>
              <a:gd name="adj1" fmla="val 6497"/>
              <a:gd name="adj2" fmla="val 694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69" name="Google Shape;1169;p38"/>
          <p:cNvSpPr/>
          <p:nvPr/>
        </p:nvSpPr>
        <p:spPr>
          <a:xfrm>
            <a:off x="2458800" y="957790"/>
            <a:ext cx="810000" cy="3000908"/>
          </a:xfrm>
          <a:prstGeom prst="corner">
            <a:avLst>
              <a:gd name="adj1" fmla="val 6497"/>
              <a:gd name="adj2" fmla="val 7336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70" name="Google Shape;1170;p38"/>
          <p:cNvSpPr/>
          <p:nvPr/>
        </p:nvSpPr>
        <p:spPr>
          <a:xfrm flipH="1">
            <a:off x="148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1" name="Google Shape;1171;p38"/>
          <p:cNvSpPr/>
          <p:nvPr/>
        </p:nvSpPr>
        <p:spPr>
          <a:xfrm>
            <a:off x="673200" y="3340800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2" name="Google Shape;1172;p38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173" name="Google Shape;1173;p38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174" name="Google Shape;1174;p38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175" name="Google Shape;1175;p38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176" name="Google Shape;1176;p38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177" name="Google Shape;1177;p38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sp>
        <p:nvSpPr>
          <p:cNvPr id="1178" name="Google Shape;1178;p38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179" name="Google Shape;1179;p38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180" name="Google Shape;1180;p38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181" name="Google Shape;1181;p38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182" name="Google Shape;1182;p38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183" name="Google Shape;1183;p38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184" name="Google Shape;1184;p38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185" name="Google Shape;1185;p38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186" name="Google Shape;1186;p38"/>
          <p:cNvSpPr txBox="1"/>
          <p:nvPr/>
        </p:nvSpPr>
        <p:spPr>
          <a:xfrm>
            <a:off x="9864385" y="3924000"/>
            <a:ext cx="19999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Contributed</a:t>
            </a: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capital</a:t>
            </a:r>
            <a:endParaRPr/>
          </a:p>
        </p:txBody>
      </p:sp>
      <p:sp>
        <p:nvSpPr>
          <p:cNvPr id="1187" name="Google Shape;1187;p38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8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8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8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8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8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8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8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8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196" name="Google Shape;1196;p38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8"/>
          <p:cNvSpPr txBox="1"/>
          <p:nvPr/>
        </p:nvSpPr>
        <p:spPr>
          <a:xfrm>
            <a:off x="10776926" y="3605780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198" name="Google Shape;1198;p38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199" name="Google Shape;1199;p38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8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201" name="Google Shape;1201;p38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202" name="Google Shape;1202;p38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8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04" name="Google Shape;1204;p38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8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06" name="Google Shape;1206;p38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38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208" name="Google Shape;1208;p38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8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8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211" name="Google Shape;1211;p38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8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213" name="Google Shape;1213;p38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8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215" name="Google Shape;1215;p38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8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217" name="Google Shape;1217;p38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8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219" name="Google Shape;1219;p38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8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221" name="Google Shape;1221;p38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8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223" name="Google Shape;1223;p38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8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225" name="Google Shape;1225;p38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8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227" name="Google Shape;1227;p38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8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29" name="Google Shape;1229;p38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8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231" name="Google Shape;1231;p38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8"/>
          <p:cNvSpPr/>
          <p:nvPr/>
        </p:nvSpPr>
        <p:spPr>
          <a:xfrm>
            <a:off x="2580882" y="149783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3" name="Google Shape;1233;p38"/>
          <p:cNvSpPr/>
          <p:nvPr/>
        </p:nvSpPr>
        <p:spPr>
          <a:xfrm>
            <a:off x="2528692" y="150630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1234" name="Google Shape;1234;p38"/>
          <p:cNvSpPr/>
          <p:nvPr/>
        </p:nvSpPr>
        <p:spPr>
          <a:xfrm>
            <a:off x="2580882" y="176361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5" name="Google Shape;1235;p38"/>
          <p:cNvSpPr/>
          <p:nvPr/>
        </p:nvSpPr>
        <p:spPr>
          <a:xfrm>
            <a:off x="2528692" y="177208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1236" name="Google Shape;1236;p38"/>
          <p:cNvSpPr/>
          <p:nvPr/>
        </p:nvSpPr>
        <p:spPr>
          <a:xfrm>
            <a:off x="2580882" y="20374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7" name="Google Shape;1237;p38"/>
          <p:cNvSpPr/>
          <p:nvPr/>
        </p:nvSpPr>
        <p:spPr>
          <a:xfrm>
            <a:off x="2528692" y="2045915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1238" name="Google Shape;1238;p38"/>
          <p:cNvSpPr/>
          <p:nvPr/>
        </p:nvSpPr>
        <p:spPr>
          <a:xfrm>
            <a:off x="2581709" y="23072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39" name="Google Shape;1239;p38"/>
          <p:cNvSpPr/>
          <p:nvPr/>
        </p:nvSpPr>
        <p:spPr>
          <a:xfrm>
            <a:off x="2568712" y="2315751"/>
            <a:ext cx="24718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7</a:t>
            </a:r>
            <a:endParaRPr/>
          </a:p>
        </p:txBody>
      </p:sp>
      <p:sp>
        <p:nvSpPr>
          <p:cNvPr id="1240" name="Google Shape;1240;p38"/>
          <p:cNvSpPr/>
          <p:nvPr/>
        </p:nvSpPr>
        <p:spPr>
          <a:xfrm>
            <a:off x="2577794" y="256740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1" name="Google Shape;1241;p38"/>
          <p:cNvSpPr/>
          <p:nvPr/>
        </p:nvSpPr>
        <p:spPr>
          <a:xfrm>
            <a:off x="2530413" y="2575880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6a</a:t>
            </a:r>
            <a:endParaRPr/>
          </a:p>
        </p:txBody>
      </p:sp>
      <p:sp>
        <p:nvSpPr>
          <p:cNvPr id="1242" name="Google Shape;1242;p38"/>
          <p:cNvSpPr/>
          <p:nvPr/>
        </p:nvSpPr>
        <p:spPr>
          <a:xfrm>
            <a:off x="2582003" y="28419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3" name="Google Shape;1243;p38"/>
          <p:cNvSpPr/>
          <p:nvPr/>
        </p:nvSpPr>
        <p:spPr>
          <a:xfrm>
            <a:off x="2574025" y="28506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1244" name="Google Shape;1244;p38"/>
          <p:cNvSpPr/>
          <p:nvPr/>
        </p:nvSpPr>
        <p:spPr>
          <a:xfrm>
            <a:off x="2582003" y="312188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5" name="Google Shape;1245;p38"/>
          <p:cNvSpPr/>
          <p:nvPr/>
        </p:nvSpPr>
        <p:spPr>
          <a:xfrm>
            <a:off x="2574025" y="3130681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1246" name="Google Shape;1246;p38"/>
          <p:cNvSpPr/>
          <p:nvPr/>
        </p:nvSpPr>
        <p:spPr>
          <a:xfrm>
            <a:off x="2582003" y="338582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7" name="Google Shape;1247;p38"/>
          <p:cNvSpPr/>
          <p:nvPr/>
        </p:nvSpPr>
        <p:spPr>
          <a:xfrm>
            <a:off x="2574025" y="3394622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1248" name="Google Shape;1248;p38"/>
          <p:cNvSpPr/>
          <p:nvPr/>
        </p:nvSpPr>
        <p:spPr>
          <a:xfrm>
            <a:off x="2582003" y="364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49" name="Google Shape;1249;p38"/>
          <p:cNvSpPr/>
          <p:nvPr/>
        </p:nvSpPr>
        <p:spPr>
          <a:xfrm>
            <a:off x="2574025" y="365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1250" name="Google Shape;1250;p38"/>
          <p:cNvSpPr/>
          <p:nvPr/>
        </p:nvSpPr>
        <p:spPr>
          <a:xfrm>
            <a:off x="10125537" y="1755851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1" name="Google Shape;1251;p38"/>
          <p:cNvSpPr/>
          <p:nvPr/>
        </p:nvSpPr>
        <p:spPr>
          <a:xfrm>
            <a:off x="10117559" y="1764645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sp>
        <p:nvSpPr>
          <p:cNvPr id="1252" name="Google Shape;1252;p38"/>
          <p:cNvSpPr/>
          <p:nvPr/>
        </p:nvSpPr>
        <p:spPr>
          <a:xfrm>
            <a:off x="10123978" y="365040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3" name="Google Shape;1253;p38"/>
          <p:cNvSpPr/>
          <p:nvPr/>
        </p:nvSpPr>
        <p:spPr>
          <a:xfrm>
            <a:off x="10116000" y="365919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/>
          </a:p>
        </p:txBody>
      </p:sp>
      <p:sp>
        <p:nvSpPr>
          <p:cNvPr id="1254" name="Google Shape;1254;p38"/>
          <p:cNvSpPr/>
          <p:nvPr/>
        </p:nvSpPr>
        <p:spPr>
          <a:xfrm>
            <a:off x="10125815" y="14892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5" name="Google Shape;1255;p38"/>
          <p:cNvSpPr/>
          <p:nvPr/>
        </p:nvSpPr>
        <p:spPr>
          <a:xfrm>
            <a:off x="10117837" y="14980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sp>
        <p:nvSpPr>
          <p:cNvPr id="1256" name="Google Shape;1256;p38"/>
          <p:cNvSpPr/>
          <p:nvPr/>
        </p:nvSpPr>
        <p:spPr>
          <a:xfrm>
            <a:off x="6561065" y="174184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7" name="Google Shape;1257;p38"/>
          <p:cNvSpPr/>
          <p:nvPr/>
        </p:nvSpPr>
        <p:spPr>
          <a:xfrm>
            <a:off x="6553087" y="1750639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1258" name="Google Shape;1258;p38"/>
          <p:cNvSpPr/>
          <p:nvPr/>
        </p:nvSpPr>
        <p:spPr>
          <a:xfrm>
            <a:off x="792583" y="3629276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59" name="Google Shape;1259;p38"/>
          <p:cNvSpPr/>
          <p:nvPr/>
        </p:nvSpPr>
        <p:spPr>
          <a:xfrm>
            <a:off x="784605" y="3638070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1260" name="Google Shape;1260;p38"/>
          <p:cNvSpPr/>
          <p:nvPr/>
        </p:nvSpPr>
        <p:spPr>
          <a:xfrm>
            <a:off x="4367055" y="364189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1" name="Google Shape;1261;p38"/>
          <p:cNvSpPr/>
          <p:nvPr/>
        </p:nvSpPr>
        <p:spPr>
          <a:xfrm>
            <a:off x="4359077" y="3650693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sp>
        <p:nvSpPr>
          <p:cNvPr id="1262" name="Google Shape;1262;p38"/>
          <p:cNvSpPr/>
          <p:nvPr/>
        </p:nvSpPr>
        <p:spPr>
          <a:xfrm>
            <a:off x="4365599" y="338858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3" name="Google Shape;1263;p38"/>
          <p:cNvSpPr/>
          <p:nvPr/>
        </p:nvSpPr>
        <p:spPr>
          <a:xfrm>
            <a:off x="4325561" y="3397378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6b</a:t>
            </a:r>
            <a:endParaRPr/>
          </a:p>
        </p:txBody>
      </p:sp>
      <p:sp>
        <p:nvSpPr>
          <p:cNvPr id="1264" name="Google Shape;1264;p38"/>
          <p:cNvSpPr/>
          <p:nvPr/>
        </p:nvSpPr>
        <p:spPr>
          <a:xfrm>
            <a:off x="4370083" y="31368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5" name="Google Shape;1265;p38"/>
          <p:cNvSpPr/>
          <p:nvPr/>
        </p:nvSpPr>
        <p:spPr>
          <a:xfrm>
            <a:off x="4330045" y="314567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8b</a:t>
            </a:r>
            <a:endParaRPr/>
          </a:p>
        </p:txBody>
      </p:sp>
      <p:sp>
        <p:nvSpPr>
          <p:cNvPr id="1266" name="Google Shape;1266;p38"/>
          <p:cNvSpPr/>
          <p:nvPr/>
        </p:nvSpPr>
        <p:spPr>
          <a:xfrm>
            <a:off x="4368545" y="2880000"/>
            <a:ext cx="215000" cy="215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7" name="Google Shape;1267;p38"/>
          <p:cNvSpPr/>
          <p:nvPr/>
        </p:nvSpPr>
        <p:spPr>
          <a:xfrm>
            <a:off x="4298376" y="2888753"/>
            <a:ext cx="368899" cy="21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12b</a:t>
            </a:r>
            <a:endParaRPr/>
          </a:p>
        </p:txBody>
      </p:sp>
      <p:sp>
        <p:nvSpPr>
          <p:cNvPr id="1268" name="Google Shape;1268;p38"/>
          <p:cNvSpPr/>
          <p:nvPr/>
        </p:nvSpPr>
        <p:spPr>
          <a:xfrm>
            <a:off x="6558900" y="148148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9" name="Google Shape;1269;p38"/>
          <p:cNvSpPr/>
          <p:nvPr/>
        </p:nvSpPr>
        <p:spPr>
          <a:xfrm>
            <a:off x="6550922" y="1490274"/>
            <a:ext cx="2455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9</a:t>
            </a:r>
            <a:endParaRPr/>
          </a:p>
        </p:txBody>
      </p:sp>
      <p:sp>
        <p:nvSpPr>
          <p:cNvPr id="1270" name="Google Shape;1270;p38"/>
          <p:cNvSpPr/>
          <p:nvPr/>
        </p:nvSpPr>
        <p:spPr>
          <a:xfrm>
            <a:off x="8352005" y="174277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1" name="Google Shape;1271;p38"/>
          <p:cNvSpPr/>
          <p:nvPr/>
        </p:nvSpPr>
        <p:spPr>
          <a:xfrm>
            <a:off x="8311967" y="1751573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1272" name="Google Shape;1272;p38"/>
          <p:cNvSpPr/>
          <p:nvPr/>
        </p:nvSpPr>
        <p:spPr>
          <a:xfrm>
            <a:off x="4357601" y="124011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3" name="Google Shape;1273;p38"/>
          <p:cNvSpPr/>
          <p:nvPr/>
        </p:nvSpPr>
        <p:spPr>
          <a:xfrm>
            <a:off x="4322372" y="1248908"/>
            <a:ext cx="3000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8a</a:t>
            </a:r>
            <a:endParaRPr/>
          </a:p>
        </p:txBody>
      </p:sp>
      <p:sp>
        <p:nvSpPr>
          <p:cNvPr id="1274" name="Google Shape;1274;p38"/>
          <p:cNvSpPr/>
          <p:nvPr/>
        </p:nvSpPr>
        <p:spPr>
          <a:xfrm>
            <a:off x="4359965" y="98350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5" name="Google Shape;1275;p38"/>
          <p:cNvSpPr/>
          <p:nvPr/>
        </p:nvSpPr>
        <p:spPr>
          <a:xfrm>
            <a:off x="4319927" y="992297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11</a:t>
            </a:r>
            <a:endParaRPr/>
          </a:p>
        </p:txBody>
      </p:sp>
      <p:sp>
        <p:nvSpPr>
          <p:cNvPr id="1276" name="Google Shape;1276;p38"/>
          <p:cNvSpPr/>
          <p:nvPr/>
        </p:nvSpPr>
        <p:spPr>
          <a:xfrm>
            <a:off x="8354611" y="1478795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7" name="Google Shape;1277;p38"/>
          <p:cNvSpPr/>
          <p:nvPr/>
        </p:nvSpPr>
        <p:spPr>
          <a:xfrm>
            <a:off x="8280687" y="1487589"/>
            <a:ext cx="3609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12a</a:t>
            </a:r>
            <a:endParaRPr/>
          </a:p>
        </p:txBody>
      </p:sp>
      <p:sp>
        <p:nvSpPr>
          <p:cNvPr id="1278" name="Google Shape;1278;p38"/>
          <p:cNvSpPr/>
          <p:nvPr/>
        </p:nvSpPr>
        <p:spPr>
          <a:xfrm>
            <a:off x="4365417" y="218721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79" name="Google Shape;1279;p38"/>
          <p:cNvSpPr/>
          <p:nvPr/>
        </p:nvSpPr>
        <p:spPr>
          <a:xfrm>
            <a:off x="4317141" y="219600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13</a:t>
            </a:r>
            <a:endParaRPr/>
          </a:p>
        </p:txBody>
      </p:sp>
      <p:sp>
        <p:nvSpPr>
          <p:cNvPr id="1280" name="Google Shape;1280;p38"/>
          <p:cNvSpPr/>
          <p:nvPr/>
        </p:nvSpPr>
        <p:spPr>
          <a:xfrm>
            <a:off x="4365932" y="1931502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1" name="Google Shape;1281;p38"/>
          <p:cNvSpPr/>
          <p:nvPr/>
        </p:nvSpPr>
        <p:spPr>
          <a:xfrm>
            <a:off x="4325894" y="1940296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15</a:t>
            </a:r>
            <a:endParaRPr/>
          </a:p>
        </p:txBody>
      </p:sp>
      <p:sp>
        <p:nvSpPr>
          <p:cNvPr id="1282" name="Google Shape;1282;p38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1283" name="Google Shape;1283;p38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1284" name="Google Shape;1284;p38"/>
          <p:cNvSpPr/>
          <p:nvPr/>
        </p:nvSpPr>
        <p:spPr>
          <a:xfrm flipH="1">
            <a:off x="148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5" name="Google Shape;1285;p38"/>
          <p:cNvSpPr/>
          <p:nvPr/>
        </p:nvSpPr>
        <p:spPr>
          <a:xfrm>
            <a:off x="674882" y="2236958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6" name="Google Shape;1286;p38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1287" name="Google Shape;1287;p38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288" name="Google Shape;1288;p38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8"/>
          <p:cNvSpPr/>
          <p:nvPr/>
        </p:nvSpPr>
        <p:spPr>
          <a:xfrm>
            <a:off x="793014" y="251175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0" name="Google Shape;1290;p38"/>
          <p:cNvSpPr/>
          <p:nvPr/>
        </p:nvSpPr>
        <p:spPr>
          <a:xfrm>
            <a:off x="752976" y="2520544"/>
            <a:ext cx="309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14</a:t>
            </a:r>
            <a:endParaRPr/>
          </a:p>
        </p:txBody>
      </p:sp>
      <p:sp>
        <p:nvSpPr>
          <p:cNvPr id="1291" name="Google Shape;1291;p38"/>
          <p:cNvSpPr/>
          <p:nvPr/>
        </p:nvSpPr>
        <p:spPr>
          <a:xfrm flipH="1">
            <a:off x="505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2" name="Google Shape;1292;p38"/>
          <p:cNvSpPr/>
          <p:nvPr/>
        </p:nvSpPr>
        <p:spPr>
          <a:xfrm>
            <a:off x="4247500" y="957969"/>
            <a:ext cx="810000" cy="613673"/>
          </a:xfrm>
          <a:prstGeom prst="corner">
            <a:avLst>
              <a:gd name="adj1" fmla="val 9817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3" name="Google Shape;1293;p38"/>
          <p:cNvSpPr/>
          <p:nvPr/>
        </p:nvSpPr>
        <p:spPr>
          <a:xfrm flipH="1">
            <a:off x="505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4" name="Google Shape;1294;p38"/>
          <p:cNvSpPr/>
          <p:nvPr/>
        </p:nvSpPr>
        <p:spPr>
          <a:xfrm>
            <a:off x="4247500" y="1892397"/>
            <a:ext cx="810000" cy="613673"/>
          </a:xfrm>
          <a:prstGeom prst="corner">
            <a:avLst>
              <a:gd name="adj1" fmla="val 9300"/>
              <a:gd name="adj2" fmla="val 8904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5" name="Google Shape;1295;p38"/>
          <p:cNvSpPr/>
          <p:nvPr/>
        </p:nvSpPr>
        <p:spPr>
          <a:xfrm flipH="1">
            <a:off x="10793452" y="3159101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6" name="Google Shape;1296;p38"/>
          <p:cNvSpPr/>
          <p:nvPr/>
        </p:nvSpPr>
        <p:spPr>
          <a:xfrm>
            <a:off x="9983452" y="3159099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7" name="Google Shape;1297;p38"/>
          <p:cNvSpPr/>
          <p:nvPr/>
        </p:nvSpPr>
        <p:spPr>
          <a:xfrm flipH="1">
            <a:off x="9024558" y="126002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8" name="Google Shape;1298;p38"/>
          <p:cNvSpPr/>
          <p:nvPr/>
        </p:nvSpPr>
        <p:spPr>
          <a:xfrm>
            <a:off x="8214558" y="126001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9" name="Google Shape;1299;p38"/>
          <p:cNvSpPr/>
          <p:nvPr/>
        </p:nvSpPr>
        <p:spPr>
          <a:xfrm flipH="1">
            <a:off x="10816085" y="1263490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0" name="Google Shape;1300;p38"/>
          <p:cNvSpPr/>
          <p:nvPr/>
        </p:nvSpPr>
        <p:spPr>
          <a:xfrm>
            <a:off x="10006085" y="1263488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1" name="Google Shape;1301;p38"/>
          <p:cNvSpPr/>
          <p:nvPr/>
        </p:nvSpPr>
        <p:spPr>
          <a:xfrm flipH="1">
            <a:off x="7238511" y="1266565"/>
            <a:ext cx="810000" cy="796274"/>
          </a:xfrm>
          <a:prstGeom prst="corner">
            <a:avLst>
              <a:gd name="adj1" fmla="val 7267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2" name="Google Shape;1302;p38"/>
          <p:cNvSpPr/>
          <p:nvPr/>
        </p:nvSpPr>
        <p:spPr>
          <a:xfrm>
            <a:off x="6428511" y="1266563"/>
            <a:ext cx="810000" cy="796275"/>
          </a:xfrm>
          <a:prstGeom prst="corner">
            <a:avLst>
              <a:gd name="adj1" fmla="val 7268"/>
              <a:gd name="adj2" fmla="val 788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3" name="Google Shape;1303;p38"/>
          <p:cNvSpPr/>
          <p:nvPr/>
        </p:nvSpPr>
        <p:spPr>
          <a:xfrm rot="10800000">
            <a:off x="10548000" y="365336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8"/>
          <p:cNvSpPr txBox="1"/>
          <p:nvPr/>
        </p:nvSpPr>
        <p:spPr>
          <a:xfrm>
            <a:off x="6413550" y="3135648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5" name="Google Shape;1305;p38"/>
          <p:cNvSpPr txBox="1"/>
          <p:nvPr/>
        </p:nvSpPr>
        <p:spPr>
          <a:xfrm>
            <a:off x="7369027" y="3590108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sp>
        <p:nvSpPr>
          <p:cNvPr id="1306" name="Google Shape;1306;p38"/>
          <p:cNvSpPr/>
          <p:nvPr/>
        </p:nvSpPr>
        <p:spPr>
          <a:xfrm rot="10800000">
            <a:off x="698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7" name="Google Shape;1307;p38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1308" name="Google Shape;1308;p38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310" name="Google Shape;1310;p38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1311" name="Google Shape;1311;p3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9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319" name="Google Shape;1319;p39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320" name="Google Shape;1320;p39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321" name="Google Shape;1321;p39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1322" name="Google Shape;1322;p39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323" name="Google Shape;1323;p39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1324" name="Google Shape;1324;p39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1325" name="Google Shape;1325;p39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326" name="Google Shape;1326;p39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327" name="Google Shape;1327;p39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8" name="Google Shape;1328;p39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1329" name="Google Shape;1329;p39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1330" name="Google Shape;1330;p39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1331" name="Google Shape;1331;p39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1332" name="Google Shape;1332;p39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33" name="Google Shape;1333;p39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34" name="Google Shape;1334;p39"/>
          <p:cNvSpPr txBox="1"/>
          <p:nvPr/>
        </p:nvSpPr>
        <p:spPr>
          <a:xfrm>
            <a:off x="9167346" y="3094660"/>
            <a:ext cx="19906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 capital</a:t>
            </a:r>
            <a:endParaRPr/>
          </a:p>
        </p:txBody>
      </p:sp>
      <p:sp>
        <p:nvSpPr>
          <p:cNvPr id="1335" name="Google Shape;1335;p39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1336" name="Google Shape;1336;p39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1337" name="Google Shape;1337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8" name="Google Shape;1338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39" name="Google Shape;1339;p39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1340" name="Google Shape;1340;p39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1341" name="Google Shape;1341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2" name="Google Shape;1342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43" name="Google Shape;1343;p39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grpSp>
        <p:nvGrpSpPr>
          <p:cNvPr id="1344" name="Google Shape;1344;p39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1345" name="Google Shape;1345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6" name="Google Shape;1346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47" name="Google Shape;1347;p39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1348" name="Google Shape;1348;p39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1349" name="Google Shape;1349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0" name="Google Shape;1350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51" name="Google Shape;1351;p39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1352" name="Google Shape;1352;p39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1353" name="Google Shape;1353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4" name="Google Shape;1354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55" name="Google Shape;1355;p39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1356" name="Google Shape;1356;p39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1357" name="Google Shape;1357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8" name="Google Shape;1358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59" name="Google Shape;1359;p39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360" name="Google Shape;1360;p39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1361" name="Google Shape;1361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2" name="Google Shape;1362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63" name="Google Shape;1363;p39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1364" name="Google Shape;1364;p39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1365" name="Google Shape;1365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6" name="Google Shape;1366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67" name="Google Shape;1367;p39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1368" name="Google Shape;1368;p39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1369" name="Google Shape;1369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0" name="Google Shape;1370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1" name="Google Shape;1371;p39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1372" name="Google Shape;1372;p39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1373" name="Google Shape;1373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4" name="Google Shape;1374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5" name="Google Shape;1375;p39"/>
          <p:cNvSpPr txBox="1"/>
          <p:nvPr/>
        </p:nvSpPr>
        <p:spPr>
          <a:xfrm>
            <a:off x="7411706" y="3369029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grpSp>
        <p:nvGrpSpPr>
          <p:cNvPr id="1376" name="Google Shape;1376;p39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1377" name="Google Shape;1377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8" name="Google Shape;1378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9" name="Google Shape;1379;p39"/>
          <p:cNvSpPr txBox="1"/>
          <p:nvPr/>
        </p:nvSpPr>
        <p:spPr>
          <a:xfrm>
            <a:off x="6453697" y="2993365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0" name="Google Shape;1380;p39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1381" name="Google Shape;1381;p39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1382" name="Google Shape;1382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3" name="Google Shape;1383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84" name="Google Shape;1384;p39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1385" name="Google Shape;1385;p39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1386" name="Google Shape;1386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87" name="Google Shape;1387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88" name="Google Shape;1388;p39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1389" name="Google Shape;1389;p39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1390" name="Google Shape;1390;p39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1" name="Google Shape;1391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92" name="Google Shape;1392;p39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1393" name="Google Shape;1393;p39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1394" name="Google Shape;1394;p39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5" name="Google Shape;1395;p39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96" name="Google Shape;1396;p39"/>
          <p:cNvSpPr txBox="1"/>
          <p:nvPr/>
        </p:nvSpPr>
        <p:spPr>
          <a:xfrm>
            <a:off x="2470029" y="5508533"/>
            <a:ext cx="11220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Advertising</a:t>
            </a:r>
            <a:endParaRPr/>
          </a:p>
        </p:txBody>
      </p:sp>
      <p:grpSp>
        <p:nvGrpSpPr>
          <p:cNvPr id="1397" name="Google Shape;1397;p39"/>
          <p:cNvGrpSpPr/>
          <p:nvPr/>
        </p:nvGrpSpPr>
        <p:grpSpPr>
          <a:xfrm>
            <a:off x="2428613" y="5812766"/>
            <a:ext cx="1162550" cy="395248"/>
            <a:chOff x="2151370" y="1194467"/>
            <a:chExt cx="2497679" cy="2242898"/>
          </a:xfrm>
        </p:grpSpPr>
        <p:cxnSp>
          <p:nvCxnSpPr>
            <p:cNvPr id="1398" name="Google Shape;1398;p39"/>
            <p:cNvCxnSpPr/>
            <p:nvPr/>
          </p:nvCxnSpPr>
          <p:spPr>
            <a:xfrm>
              <a:off x="2151370" y="1229802"/>
              <a:ext cx="2497679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99" name="Google Shape;1399;p39"/>
            <p:cNvCxnSpPr/>
            <p:nvPr/>
          </p:nvCxnSpPr>
          <p:spPr>
            <a:xfrm rot="10800000">
              <a:off x="3400308" y="1194467"/>
              <a:ext cx="0" cy="224289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0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406" name="Google Shape;1406;p40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407" name="Google Shape;1407;p40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408" name="Google Shape;1408;p40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1409" name="Google Shape;1409;p40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410" name="Google Shape;1410;p40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1411" name="Google Shape;1411;p40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1412" name="Google Shape;1412;p40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413" name="Google Shape;1413;p40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1414" name="Google Shape;1414;p40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5" name="Google Shape;1415;p40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1416" name="Google Shape;1416;p40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1417" name="Google Shape;1417;p40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1418" name="Google Shape;1418;p40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1419" name="Google Shape;1419;p40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20" name="Google Shape;1420;p40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1" name="Google Shape;1421;p40"/>
          <p:cNvSpPr txBox="1"/>
          <p:nvPr/>
        </p:nvSpPr>
        <p:spPr>
          <a:xfrm>
            <a:off x="9216009" y="3094660"/>
            <a:ext cx="18043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1422" name="Google Shape;1422;p40"/>
          <p:cNvSpPr txBox="1"/>
          <p:nvPr/>
        </p:nvSpPr>
        <p:spPr>
          <a:xfrm>
            <a:off x="10053903" y="344628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423" name="Google Shape;1423;p40"/>
          <p:cNvSpPr txBox="1"/>
          <p:nvPr/>
        </p:nvSpPr>
        <p:spPr>
          <a:xfrm>
            <a:off x="760674" y="1477639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424" name="Google Shape;1424;p40"/>
          <p:cNvSpPr txBox="1"/>
          <p:nvPr/>
        </p:nvSpPr>
        <p:spPr>
          <a:xfrm>
            <a:off x="1596340" y="2513404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425" name="Google Shape;1425;p40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1426" name="Google Shape;1426;p40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1427" name="Google Shape;1427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8" name="Google Shape;1428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29" name="Google Shape;1429;p40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1430" name="Google Shape;1430;p40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1431" name="Google Shape;1431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2" name="Google Shape;1432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33" name="Google Shape;1433;p40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434" name="Google Shape;1434;p40"/>
          <p:cNvSpPr txBox="1"/>
          <p:nvPr/>
        </p:nvSpPr>
        <p:spPr>
          <a:xfrm>
            <a:off x="3510019" y="1416901"/>
            <a:ext cx="75860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grpSp>
        <p:nvGrpSpPr>
          <p:cNvPr id="1435" name="Google Shape;1435;p40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1436" name="Google Shape;1436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7" name="Google Shape;1437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38" name="Google Shape;1438;p40"/>
          <p:cNvSpPr txBox="1"/>
          <p:nvPr/>
        </p:nvSpPr>
        <p:spPr>
          <a:xfrm>
            <a:off x="2672211" y="1416901"/>
            <a:ext cx="75854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439" name="Google Shape;1439;p40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1440" name="Google Shape;1440;p40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1441" name="Google Shape;1441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2" name="Google Shape;1442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43" name="Google Shape;1443;p40"/>
          <p:cNvSpPr txBox="1"/>
          <p:nvPr/>
        </p:nvSpPr>
        <p:spPr>
          <a:xfrm>
            <a:off x="5504828" y="1426738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444" name="Google Shape;1444;p40"/>
          <p:cNvSpPr txBox="1"/>
          <p:nvPr/>
        </p:nvSpPr>
        <p:spPr>
          <a:xfrm>
            <a:off x="4666955" y="1426738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445" name="Google Shape;1445;p40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1446" name="Google Shape;1446;p40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1447" name="Google Shape;1447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48" name="Google Shape;1448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49" name="Google Shape;1449;p40"/>
          <p:cNvSpPr txBox="1"/>
          <p:nvPr/>
        </p:nvSpPr>
        <p:spPr>
          <a:xfrm>
            <a:off x="5504769" y="2309032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450" name="Google Shape;1450;p40"/>
          <p:cNvSpPr txBox="1"/>
          <p:nvPr/>
        </p:nvSpPr>
        <p:spPr>
          <a:xfrm>
            <a:off x="4666896" y="2309032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451" name="Google Shape;1451;p40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1452" name="Google Shape;1452;p40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1453" name="Google Shape;1453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4" name="Google Shape;1454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55" name="Google Shape;1455;p40"/>
          <p:cNvSpPr txBox="1"/>
          <p:nvPr/>
        </p:nvSpPr>
        <p:spPr>
          <a:xfrm>
            <a:off x="4416322" y="2950921"/>
            <a:ext cx="7569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456" name="Google Shape;1456;p40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457" name="Google Shape;1457;p40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1458" name="Google Shape;1458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59" name="Google Shape;1459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60" name="Google Shape;1460;p40"/>
          <p:cNvSpPr txBox="1"/>
          <p:nvPr/>
        </p:nvSpPr>
        <p:spPr>
          <a:xfrm>
            <a:off x="10949291" y="1429766"/>
            <a:ext cx="7569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461" name="Google Shape;1461;p40"/>
          <p:cNvSpPr txBox="1"/>
          <p:nvPr/>
        </p:nvSpPr>
        <p:spPr>
          <a:xfrm>
            <a:off x="10215613" y="1429766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462" name="Google Shape;1462;p40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1463" name="Google Shape;1463;p40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1464" name="Google Shape;1464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65" name="Google Shape;1465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66" name="Google Shape;1466;p40"/>
          <p:cNvSpPr txBox="1"/>
          <p:nvPr/>
        </p:nvSpPr>
        <p:spPr>
          <a:xfrm>
            <a:off x="7342065" y="1423598"/>
            <a:ext cx="65274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467" name="Google Shape;1467;p40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1468" name="Google Shape;1468;p40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1469" name="Google Shape;1469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0" name="Google Shape;147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71" name="Google Shape;1471;p40"/>
          <p:cNvSpPr txBox="1"/>
          <p:nvPr/>
        </p:nvSpPr>
        <p:spPr>
          <a:xfrm>
            <a:off x="9335002" y="1431184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472" name="Google Shape;1472;p40"/>
          <p:cNvSpPr txBox="1"/>
          <p:nvPr/>
        </p:nvSpPr>
        <p:spPr>
          <a:xfrm>
            <a:off x="8601324" y="1431184"/>
            <a:ext cx="3930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473" name="Google Shape;1473;p40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1474" name="Google Shape;1474;p40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1475" name="Google Shape;1475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76" name="Google Shape;1476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77" name="Google Shape;1477;p40"/>
          <p:cNvSpPr txBox="1"/>
          <p:nvPr/>
        </p:nvSpPr>
        <p:spPr>
          <a:xfrm>
            <a:off x="7411706" y="3369029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160</a:t>
            </a:r>
            <a:endParaRPr/>
          </a:p>
        </p:txBody>
      </p:sp>
      <p:grpSp>
        <p:nvGrpSpPr>
          <p:cNvPr id="1478" name="Google Shape;1478;p40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1479" name="Google Shape;1479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0" name="Google Shape;148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81" name="Google Shape;1481;p40"/>
          <p:cNvSpPr txBox="1"/>
          <p:nvPr/>
        </p:nvSpPr>
        <p:spPr>
          <a:xfrm>
            <a:off x="6453697" y="2993365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82" name="Google Shape;1482;p40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1483" name="Google Shape;1483;p40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1484" name="Google Shape;1484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85" name="Google Shape;1485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86" name="Google Shape;1486;p40"/>
          <p:cNvSpPr txBox="1"/>
          <p:nvPr/>
        </p:nvSpPr>
        <p:spPr>
          <a:xfrm>
            <a:off x="7598891" y="5263056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487" name="Google Shape;1487;p40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1488" name="Google Shape;1488;p40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1489" name="Google Shape;1489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0" name="Google Shape;149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91" name="Google Shape;1491;p40"/>
          <p:cNvSpPr txBox="1"/>
          <p:nvPr/>
        </p:nvSpPr>
        <p:spPr>
          <a:xfrm>
            <a:off x="4102970" y="5832891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492" name="Google Shape;1492;p40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1493" name="Google Shape;1493;p40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1494" name="Google Shape;1494;p40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95" name="Google Shape;1495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96" name="Google Shape;1496;p40"/>
          <p:cNvSpPr txBox="1"/>
          <p:nvPr/>
        </p:nvSpPr>
        <p:spPr>
          <a:xfrm>
            <a:off x="2508524" y="4885219"/>
            <a:ext cx="4972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497" name="Google Shape;1497;p40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1498" name="Google Shape;1498;p40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1499" name="Google Shape;1499;p40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0" name="Google Shape;1500;p40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01" name="Google Shape;1501;p40"/>
          <p:cNvSpPr txBox="1"/>
          <p:nvPr/>
        </p:nvSpPr>
        <p:spPr>
          <a:xfrm>
            <a:off x="1221359" y="5814160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502" name="Google Shape;1502;p40"/>
          <p:cNvSpPr txBox="1"/>
          <p:nvPr/>
        </p:nvSpPr>
        <p:spPr>
          <a:xfrm>
            <a:off x="2470029" y="5508533"/>
            <a:ext cx="11220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Advertising</a:t>
            </a:r>
            <a:endParaRPr/>
          </a:p>
        </p:txBody>
      </p:sp>
      <p:grpSp>
        <p:nvGrpSpPr>
          <p:cNvPr id="1503" name="Google Shape;1503;p40"/>
          <p:cNvGrpSpPr/>
          <p:nvPr/>
        </p:nvGrpSpPr>
        <p:grpSpPr>
          <a:xfrm>
            <a:off x="2428613" y="5812766"/>
            <a:ext cx="1162550" cy="395248"/>
            <a:chOff x="2151370" y="1194467"/>
            <a:chExt cx="2497679" cy="2242898"/>
          </a:xfrm>
        </p:grpSpPr>
        <p:cxnSp>
          <p:nvCxnSpPr>
            <p:cNvPr id="1504" name="Google Shape;1504;p40"/>
            <p:cNvCxnSpPr/>
            <p:nvPr/>
          </p:nvCxnSpPr>
          <p:spPr>
            <a:xfrm>
              <a:off x="2151370" y="1229802"/>
              <a:ext cx="2497679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05" name="Google Shape;1505;p40"/>
            <p:cNvCxnSpPr/>
            <p:nvPr/>
          </p:nvCxnSpPr>
          <p:spPr>
            <a:xfrm rot="10800000">
              <a:off x="3400308" y="1194467"/>
              <a:ext cx="0" cy="224289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06" name="Google Shape;1506;p40"/>
          <p:cNvSpPr txBox="1"/>
          <p:nvPr/>
        </p:nvSpPr>
        <p:spPr>
          <a:xfrm>
            <a:off x="2531172" y="5803896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507" name="Google Shape;1507;p40"/>
          <p:cNvSpPr txBox="1"/>
          <p:nvPr/>
        </p:nvSpPr>
        <p:spPr>
          <a:xfrm>
            <a:off x="5403698" y="2976275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</a:t>
            </a:r>
            <a:endParaRPr/>
          </a:p>
        </p:txBody>
      </p:sp>
      <p:sp>
        <p:nvSpPr>
          <p:cNvPr id="1508" name="Google Shape;1508;p40"/>
          <p:cNvSpPr txBox="1"/>
          <p:nvPr/>
        </p:nvSpPr>
        <p:spPr>
          <a:xfrm>
            <a:off x="6452400" y="1403911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41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5" name="Google Shape;1515;p41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1516" name="Google Shape;1516;p41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7" name="Google Shape;1517;p41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8" name="Google Shape;1518;p41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519" name="Google Shape;1519;p41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520" name="Google Shape;1520;p41"/>
          <p:cNvCxnSpPr>
            <a:stCxn id="1515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1" name="Google Shape;1521;p41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22" name="Google Shape;1522;p41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523" name="Google Shape;1523;p41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524" name="Google Shape;1524;p41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1525" name="Google Shape;1525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26" name="Google Shape;1526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527" name="Google Shape;1527;p41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1528" name="Google Shape;1528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29" name="Google Shape;1529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530" name="Google Shape;1530;p41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531" name="Google Shape;1531;p41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532" name="Google Shape;1532;p41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533" name="Google Shape;1533;p41"/>
          <p:cNvSpPr txBox="1"/>
          <p:nvPr/>
        </p:nvSpPr>
        <p:spPr>
          <a:xfrm>
            <a:off x="2596439" y="5339671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1534" name="Google Shape;1534;p41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1535" name="Google Shape;1535;p41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1536" name="Google Shape;1536;p41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1537" name="Google Shape;1537;p41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538" name="Google Shape;1538;p41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1539" name="Google Shape;1539;p41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540" name="Google Shape;1540;p41"/>
          <p:cNvSpPr txBox="1"/>
          <p:nvPr/>
        </p:nvSpPr>
        <p:spPr>
          <a:xfrm>
            <a:off x="9846648" y="3982992"/>
            <a:ext cx="18345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1541" name="Google Shape;1541;p41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542" name="Google Shape;1542;p41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1"/>
          <p:cNvSpPr txBox="1"/>
          <p:nvPr/>
        </p:nvSpPr>
        <p:spPr>
          <a:xfrm>
            <a:off x="10776926" y="366477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544" name="Google Shape;1544;p41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545" name="Google Shape;1545;p41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1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547" name="Google Shape;1547;p41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548" name="Google Shape;1548;p41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41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41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551" name="Google Shape;1551;p41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1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553" name="Google Shape;1553;p41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41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55" name="Google Shape;1555;p41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1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1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58" name="Google Shape;1558;p41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41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560" name="Google Shape;1560;p41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1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562" name="Google Shape;1562;p41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1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64" name="Google Shape;1564;p41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1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566" name="Google Shape;1566;p41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1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568" name="Google Shape;1568;p41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1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570" name="Google Shape;1570;p41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1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572" name="Google Shape;1572;p41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41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574" name="Google Shape;1574;p41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41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576" name="Google Shape;1576;p41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41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578" name="Google Shape;1578;p41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41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580" name="Google Shape;1580;p41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41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582" name="Google Shape;1582;p41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1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584" name="Google Shape;1584;p41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1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586" name="Google Shape;1586;p41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41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588" name="Google Shape;1588;p41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1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590" name="Google Shape;1590;p41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1" name="Google Shape;1591;p41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1592" name="Google Shape;159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3" name="Google Shape;1593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1594" name="Google Shape;1594;p41"/>
          <p:cNvGrpSpPr/>
          <p:nvPr/>
        </p:nvGrpSpPr>
        <p:grpSpPr>
          <a:xfrm>
            <a:off x="10116000" y="3709392"/>
            <a:ext cx="245580" cy="224238"/>
            <a:chOff x="802803" y="3715228"/>
            <a:chExt cx="245580" cy="224238"/>
          </a:xfrm>
        </p:grpSpPr>
        <p:sp>
          <p:nvSpPr>
            <p:cNvPr id="1595" name="Google Shape;159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6" name="Google Shape;1596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597" name="Google Shape;1597;p41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1598" name="Google Shape;1598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9" name="Google Shape;1599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600" name="Google Shape;1600;p41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1601" name="Google Shape;1601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2" name="Google Shape;1602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603" name="Google Shape;1603;p41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1604" name="Google Shape;1604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5" name="Google Shape;1605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606" name="Google Shape;1606;p41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1607" name="Google Shape;1607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8" name="Google Shape;1608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609" name="Google Shape;1609;p41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1610" name="Google Shape;1610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1" name="Google Shape;1611;p41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612" name="Google Shape;1612;p41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1613" name="Google Shape;1613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4" name="Google Shape;1614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1615" name="Google Shape;1615;p41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1616" name="Google Shape;1616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7" name="Google Shape;1617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1618" name="Google Shape;1618;p41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1619" name="Google Shape;1619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0" name="Google Shape;1620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1621" name="Google Shape;1621;p41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1622" name="Google Shape;162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3" name="Google Shape;1623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1624" name="Google Shape;1624;p41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1625" name="Google Shape;162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6" name="Google Shape;1626;p41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1627" name="Google Shape;1627;p41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1628" name="Google Shape;1628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630" name="Google Shape;1630;p41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1631" name="Google Shape;1631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1633" name="Google Shape;1633;p41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1634" name="Google Shape;1634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5" name="Google Shape;1635;p41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1636" name="Google Shape;1636;p41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1637" name="Google Shape;1637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639" name="Google Shape;1639;p41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1640" name="Google Shape;1640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1642" name="Google Shape;1642;p41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1643" name="Google Shape;1643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1645" name="Google Shape;1645;p41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1646" name="Google Shape;1646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648" name="Google Shape;1648;p41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1649" name="Google Shape;1649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1651" name="Google Shape;1651;p41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1652" name="Google Shape;165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654" name="Google Shape;1654;p41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1655" name="Google Shape;165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1657" name="Google Shape;1657;p41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1658" name="Google Shape;1658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660" name="Google Shape;1660;p41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1661" name="Google Shape;1661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1663" name="Google Shape;1663;p41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1664" name="Google Shape;1664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1666" name="Google Shape;1666;p41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1667" name="Google Shape;1667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1669" name="Google Shape;1669;p41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1670" name="Google Shape;1670;p41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1671" name="Google Shape;1671;p41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672" name="Google Shape;1672;p41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1673" name="Google Shape;1673;p41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1674" name="Google Shape;1674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676" name="Google Shape;1676;p41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1677" name="Google Shape;1677;p41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678" name="Google Shape;1678;p41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9" name="Google Shape;1679;p41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1680" name="Google Shape;1680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1682" name="Google Shape;1682;p41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1683" name="Google Shape;1683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4" name="Google Shape;1684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85" name="Google Shape;1685;p41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1686" name="Google Shape;1686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7" name="Google Shape;1687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88" name="Google Shape;1688;p41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1689" name="Google Shape;1689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0" name="Google Shape;1690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91" name="Google Shape;1691;p41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1692" name="Google Shape;1692;p41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3" name="Google Shape;1693;p41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94" name="Google Shape;1694;p41"/>
          <p:cNvGrpSpPr/>
          <p:nvPr/>
        </p:nvGrpSpPr>
        <p:grpSpPr>
          <a:xfrm>
            <a:off x="4292494" y="5448381"/>
            <a:ext cx="1620000" cy="796276"/>
            <a:chOff x="3810000" y="2015069"/>
            <a:chExt cx="1390650" cy="1596814"/>
          </a:xfrm>
        </p:grpSpPr>
        <p:sp>
          <p:nvSpPr>
            <p:cNvPr id="1695" name="Google Shape;1695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6" name="Google Shape;1696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697" name="Google Shape;1697;p41"/>
          <p:cNvGrpSpPr/>
          <p:nvPr/>
        </p:nvGrpSpPr>
        <p:grpSpPr>
          <a:xfrm>
            <a:off x="6382456" y="5448381"/>
            <a:ext cx="1620000" cy="796276"/>
            <a:chOff x="3810000" y="2015069"/>
            <a:chExt cx="1390650" cy="1596814"/>
          </a:xfrm>
        </p:grpSpPr>
        <p:sp>
          <p:nvSpPr>
            <p:cNvPr id="1698" name="Google Shape;1698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0" name="Google Shape;1700;p41"/>
          <p:cNvGrpSpPr/>
          <p:nvPr/>
        </p:nvGrpSpPr>
        <p:grpSpPr>
          <a:xfrm>
            <a:off x="9983452" y="3218091"/>
            <a:ext cx="1620000" cy="796276"/>
            <a:chOff x="3810000" y="2015069"/>
            <a:chExt cx="1390650" cy="1596814"/>
          </a:xfrm>
        </p:grpSpPr>
        <p:sp>
          <p:nvSpPr>
            <p:cNvPr id="1701" name="Google Shape;1701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3" name="Google Shape;1703;p41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1704" name="Google Shape;1704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6" name="Google Shape;1706;p41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1707" name="Google Shape;1707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09" name="Google Shape;1709;p41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1710" name="Google Shape;1710;p41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712" name="Google Shape;1712;p41"/>
          <p:cNvSpPr/>
          <p:nvPr/>
        </p:nvSpPr>
        <p:spPr>
          <a:xfrm rot="10800000">
            <a:off x="10548000" y="371235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3" name="Google Shape;1713;p41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1714" name="Google Shape;1714;p41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5" name="Google Shape;1715;p41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716" name="Google Shape;1716;p41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717" name="Google Shape;1717;p41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718" name="Google Shape;1718;p41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719" name="Google Shape;1719;p41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720" name="Google Shape;1720;p41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721" name="Google Shape;1721;p41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722" name="Google Shape;1722;p41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723" name="Google Shape;1723;p41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724" name="Google Shape;1724;p41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725" name="Google Shape;1725;p41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1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1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41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1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41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41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41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41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734" name="Google Shape;1734;p41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41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736" name="Google Shape;1736;p41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7" name="Google Shape;1737;p41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1738" name="Google Shape;1738;p41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9" name="Google Shape;1739;p41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740" name="Google Shape;1740;p41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1741" name="Google Shape;1741;p41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2" name="Google Shape;1742;p41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743" name="Google Shape;1743;p41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1744" name="Google Shape;1744;p41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5" name="Google Shape;1745;p41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746" name="Google Shape;1746;p41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1747" name="Google Shape;1747;p41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8" name="Google Shape;1748;p41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749" name="Google Shape;1749;p41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1750" name="Google Shape;1750;p41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1" name="Google Shape;1751;p41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752" name="Google Shape;1752;p41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1753" name="Google Shape;1753;p41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4" name="Google Shape;1754;p41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755" name="Google Shape;1755;p41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1756" name="Google Shape;1756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7" name="Google Shape;1757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758" name="Google Shape;1758;p41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1759" name="Google Shape;1759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0" name="Google Shape;1760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761" name="Google Shape;1761;p41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1762" name="Google Shape;1762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3" name="Google Shape;1763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764" name="Google Shape;1764;p41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1765" name="Google Shape;1765;p41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42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773" name="Google Shape;1773;p42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774" name="Google Shape;1774;p42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5" name="Google Shape;1775;p42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776" name="Google Shape;1776;p42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777" name="Google Shape;1777;p42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1778" name="Google Shape;1778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79" name="Google Shape;1779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80" name="Google Shape;1780;p42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1781" name="Google Shape;1781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82" name="Google Shape;1782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783" name="Google Shape;1783;p42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784" name="Google Shape;1784;p42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785" name="Google Shape;1785;p42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786" name="Google Shape;1786;p42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787" name="Google Shape;1787;p42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1788" name="Google Shape;1788;p42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789" name="Google Shape;1789;p42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2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791" name="Google Shape;1791;p42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42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793" name="Google Shape;1793;p42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794" name="Google Shape;1794;p42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42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796" name="Google Shape;1796;p42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42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798" name="Google Shape;1798;p42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42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42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801" name="Google Shape;1801;p42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42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1803" name="Google Shape;1803;p42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42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1805" name="Google Shape;1805;p42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42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807" name="Google Shape;1807;p42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42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809" name="Google Shape;1809;p42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42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1811" name="Google Shape;1811;p42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42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1813" name="Google Shape;1813;p42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42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815" name="Google Shape;1815;p42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42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1817" name="Google Shape;1817;p42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42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819" name="Google Shape;1819;p42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0" name="Google Shape;1820;p42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1821" name="Google Shape;1821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2" name="Google Shape;1822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1823" name="Google Shape;1823;p42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1824" name="Google Shape;1824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5" name="Google Shape;1825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826" name="Google Shape;1826;p42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1827" name="Google Shape;1827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8" name="Google Shape;1828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829" name="Google Shape;1829;p42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1830" name="Google Shape;1830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1" name="Google Shape;1831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1832" name="Google Shape;1832;p42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1833" name="Google Shape;1833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4" name="Google Shape;1834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835" name="Google Shape;1835;p42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1836" name="Google Shape;1836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7" name="Google Shape;1837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1838" name="Google Shape;1838;p42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1839" name="Google Shape;183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0" name="Google Shape;1840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1841" name="Google Shape;1841;p42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1842" name="Google Shape;1842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3" name="Google Shape;1843;p42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1844" name="Google Shape;1844;p42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1845" name="Google Shape;1845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6" name="Google Shape;1846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1847" name="Google Shape;1847;p42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1848" name="Google Shape;1848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9" name="Google Shape;1849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850" name="Google Shape;1850;p42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1851" name="Google Shape;1851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2" name="Google Shape;1852;p42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1853" name="Google Shape;1853;p42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1854" name="Google Shape;1854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5" name="Google Shape;1855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856" name="Google Shape;1856;p42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1857" name="Google Shape;1857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8" name="Google Shape;1858;p42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1859" name="Google Shape;1859;p42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1860" name="Google Shape;1860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1" name="Google Shape;1861;p42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862" name="Google Shape;1862;p42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1863" name="Google Shape;1863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4" name="Google Shape;1864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1865" name="Google Shape;1865;p42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1866" name="Google Shape;1866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7" name="Google Shape;1867;p42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1868" name="Google Shape;1868;p42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1869" name="Google Shape;1869;p42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1870" name="Google Shape;1870;p42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1871" name="Google Shape;1871;p42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1872" name="Google Shape;1872;p42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1873" name="Google Shape;1873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74" name="Google Shape;1874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875" name="Google Shape;1875;p42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1876" name="Google Shape;1876;p42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8" name="Google Shape;1878;p42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1879" name="Google Shape;187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1881" name="Google Shape;1881;p42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1882" name="Google Shape;1882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84" name="Google Shape;1884;p42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1885" name="Google Shape;1885;p42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87" name="Google Shape;1887;p42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1888" name="Google Shape;1888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0" name="Google Shape;1890;p42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1891" name="Google Shape;1891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3" name="Google Shape;1893;p42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1894" name="Google Shape;1894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896" name="Google Shape;1896;p42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1897" name="Google Shape;1897;p42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899" name="Google Shape;1899;p42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1900" name="Google Shape;1900;p42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901" name="Google Shape;1901;p42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1902" name="Google Shape;1902;p42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903" name="Google Shape;1903;p42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1904" name="Google Shape;1904;p42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905" name="Google Shape;1905;p42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1906" name="Google Shape;1906;p42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1907" name="Google Shape;1907;p42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1908" name="Google Shape;1908;p42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42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42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2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42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42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2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42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2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1917" name="Google Shape;1917;p42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2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1919" name="Google Shape;1919;p42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0" name="Google Shape;1920;p42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1921" name="Google Shape;1921;p42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1923" name="Google Shape;1923;p42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1924" name="Google Shape;1924;p4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1926" name="Google Shape;1926;p42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1927" name="Google Shape;1927;p4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1929" name="Google Shape;1929;p42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1930" name="Google Shape;1930;p4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1932" name="Google Shape;1932;p42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1933" name="Google Shape;1933;p42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1935" name="Google Shape;1935;p42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1936" name="Google Shape;1936;p42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1938" name="Google Shape;1938;p42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1939" name="Google Shape;193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1941" name="Google Shape;1941;p42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1942" name="Google Shape;1942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1944" name="Google Shape;1944;p42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1945" name="Google Shape;1945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947" name="Google Shape;1947;p42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1948" name="Google Shape;1948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1950" name="Google Shape;1950;p42"/>
          <p:cNvSpPr txBox="1"/>
          <p:nvPr/>
        </p:nvSpPr>
        <p:spPr>
          <a:xfrm>
            <a:off x="7177027" y="3154645"/>
            <a:ext cx="774000" cy="7416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42"/>
          <p:cNvSpPr txBox="1"/>
          <p:nvPr/>
        </p:nvSpPr>
        <p:spPr>
          <a:xfrm>
            <a:off x="6403027" y="3150103"/>
            <a:ext cx="774000" cy="74160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42"/>
          <p:cNvSpPr txBox="1"/>
          <p:nvPr/>
        </p:nvSpPr>
        <p:spPr>
          <a:xfrm>
            <a:off x="6410845" y="3135649"/>
            <a:ext cx="1544435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53" name="Google Shape;1953;p42"/>
          <p:cNvSpPr/>
          <p:nvPr/>
        </p:nvSpPr>
        <p:spPr>
          <a:xfrm>
            <a:off x="6514791" y="326176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42"/>
          <p:cNvSpPr/>
          <p:nvPr/>
        </p:nvSpPr>
        <p:spPr>
          <a:xfrm rot="10800000">
            <a:off x="7742079" y="32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2"/>
          <p:cNvSpPr/>
          <p:nvPr/>
        </p:nvSpPr>
        <p:spPr>
          <a:xfrm>
            <a:off x="6754865" y="3331826"/>
            <a:ext cx="87209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42"/>
          <p:cNvSpPr txBox="1"/>
          <p:nvPr/>
        </p:nvSpPr>
        <p:spPr>
          <a:xfrm>
            <a:off x="9857708" y="3979181"/>
            <a:ext cx="18645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1957" name="Google Shape;1957;p42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1958" name="Google Shape;1958;p42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1959" name="Google Shape;1959;p42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1961" name="Google Shape;1961;p42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1962" name="Google Shape;1962;p42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964" name="Google Shape;1964;p42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43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1" name="Google Shape;1971;p43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1972" name="Google Shape;1972;p43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3" name="Google Shape;1973;p43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4" name="Google Shape;1974;p43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1975" name="Google Shape;1975;p43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976" name="Google Shape;1976;p43"/>
          <p:cNvCxnSpPr>
            <a:stCxn id="1971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7" name="Google Shape;1977;p43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78" name="Google Shape;1978;p43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1979" name="Google Shape;1979;p43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980" name="Google Shape;1980;p43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1981" name="Google Shape;1981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82" name="Google Shape;1982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983" name="Google Shape;1983;p43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1984" name="Google Shape;1984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85" name="Google Shape;1985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986" name="Google Shape;1986;p43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1987" name="Google Shape;1987;p43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1988" name="Google Shape;1988;p43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1989" name="Google Shape;1989;p43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1990" name="Google Shape;1990;p43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1991" name="Google Shape;1991;p43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1992" name="Google Shape;1992;p43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1993" name="Google Shape;1993;p43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1994" name="Google Shape;1994;p43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1995" name="Google Shape;1995;p43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1996" name="Google Shape;1996;p43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43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1998" name="Google Shape;1998;p43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43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000" name="Google Shape;2000;p43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001" name="Google Shape;2001;p43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43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43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004" name="Google Shape;2004;p43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43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006" name="Google Shape;2006;p43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43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08" name="Google Shape;2008;p43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43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3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11" name="Google Shape;2011;p43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43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013" name="Google Shape;2013;p43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3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015" name="Google Shape;2015;p43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3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17" name="Google Shape;2017;p43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43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019" name="Google Shape;2019;p43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3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021" name="Google Shape;2021;p43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3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023" name="Google Shape;2023;p43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43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025" name="Google Shape;2025;p43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3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027" name="Google Shape;2027;p43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3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029" name="Google Shape;2029;p43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43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031" name="Google Shape;2031;p43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43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033" name="Google Shape;2033;p43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3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035" name="Google Shape;2035;p43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43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037" name="Google Shape;2037;p43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3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039" name="Google Shape;2039;p43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43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041" name="Google Shape;2041;p43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2" name="Google Shape;2042;p43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043" name="Google Shape;2043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4" name="Google Shape;2044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045" name="Google Shape;2045;p43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046" name="Google Shape;2046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7" name="Google Shape;2047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048" name="Google Shape;2048;p43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049" name="Google Shape;2049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0" name="Google Shape;2050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051" name="Google Shape;2051;p43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052" name="Google Shape;205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3" name="Google Shape;2053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054" name="Google Shape;2054;p43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055" name="Google Shape;205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6" name="Google Shape;2056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057" name="Google Shape;2057;p43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058" name="Google Shape;2058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9" name="Google Shape;2059;p4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060" name="Google Shape;2060;p43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061" name="Google Shape;2061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2" name="Google Shape;2062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063" name="Google Shape;2063;p43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2064" name="Google Shape;2064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5" name="Google Shape;2065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066" name="Google Shape;2066;p43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067" name="Google Shape;2067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8" name="Google Shape;2068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069" name="Google Shape;2069;p43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2070" name="Google Shape;2070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1" name="Google Shape;2071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072" name="Google Shape;2072;p43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073" name="Google Shape;2073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4" name="Google Shape;2074;p43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075" name="Google Shape;2075;p43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2076" name="Google Shape;2076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7" name="Google Shape;2077;p43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078" name="Google Shape;2078;p43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079" name="Google Shape;2079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0" name="Google Shape;2080;p4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081" name="Google Shape;2081;p43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082" name="Google Shape;208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3" name="Google Shape;2083;p4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084" name="Google Shape;2084;p43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2085" name="Google Shape;208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6" name="Google Shape;2086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087" name="Google Shape;2087;p43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2088" name="Google Shape;2088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9" name="Google Shape;2089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090" name="Google Shape;2090;p43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091" name="Google Shape;2091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2" name="Google Shape;2092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093" name="Google Shape;2093;p43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094" name="Google Shape;2094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5" name="Google Shape;2095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096" name="Google Shape;2096;p43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097" name="Google Shape;2097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8" name="Google Shape;2098;p4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099" name="Google Shape;2099;p43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100" name="Google Shape;2100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1" name="Google Shape;2101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102" name="Google Shape;2102;p43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103" name="Google Shape;2103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4" name="Google Shape;2104;p4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105" name="Google Shape;2105;p43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106" name="Google Shape;2106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7" name="Google Shape;2107;p43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108" name="Google Shape;2108;p43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2109" name="Google Shape;2109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0" name="Google Shape;2110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111" name="Google Shape;2111;p43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112" name="Google Shape;211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3" name="Google Shape;2113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sp>
        <p:nvSpPr>
          <p:cNvPr id="2114" name="Google Shape;2114;p43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2115" name="Google Shape;2115;p43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116" name="Google Shape;2116;p43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117" name="Google Shape;2117;p43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118" name="Google Shape;2118;p43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119" name="Google Shape;2119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0" name="Google Shape;2120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121" name="Google Shape;2121;p43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122" name="Google Shape;2122;p43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123" name="Google Shape;2123;p43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4" name="Google Shape;2124;p43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125" name="Google Shape;212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127" name="Google Shape;2127;p43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128" name="Google Shape;2128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0" name="Google Shape;2130;p43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2131" name="Google Shape;2131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3" name="Google Shape;2133;p43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2134" name="Google Shape;2134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6" name="Google Shape;2136;p43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2137" name="Google Shape;2137;p4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39" name="Google Shape;2139;p43"/>
          <p:cNvGrpSpPr/>
          <p:nvPr/>
        </p:nvGrpSpPr>
        <p:grpSpPr>
          <a:xfrm>
            <a:off x="4292494" y="5448381"/>
            <a:ext cx="1620000" cy="796276"/>
            <a:chOff x="3810000" y="2015069"/>
            <a:chExt cx="1390650" cy="1596814"/>
          </a:xfrm>
        </p:grpSpPr>
        <p:sp>
          <p:nvSpPr>
            <p:cNvPr id="2140" name="Google Shape;2140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42" name="Google Shape;2142;p43"/>
          <p:cNvGrpSpPr/>
          <p:nvPr/>
        </p:nvGrpSpPr>
        <p:grpSpPr>
          <a:xfrm>
            <a:off x="6382456" y="5448381"/>
            <a:ext cx="1620000" cy="796276"/>
            <a:chOff x="3810000" y="2015069"/>
            <a:chExt cx="1390650" cy="1596814"/>
          </a:xfrm>
        </p:grpSpPr>
        <p:sp>
          <p:nvSpPr>
            <p:cNvPr id="2143" name="Google Shape;2143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45" name="Google Shape;2145;p43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146" name="Google Shape;2146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48" name="Google Shape;2148;p43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149" name="Google Shape;2149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51" name="Google Shape;2151;p43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152" name="Google Shape;2152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154" name="Google Shape;2154;p43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2155" name="Google Shape;2155;p43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57" name="Google Shape;2157;p43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158" name="Google Shape;2158;p43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159" name="Google Shape;2159;p43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160" name="Google Shape;2160;p43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161" name="Google Shape;2161;p43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162" name="Google Shape;2162;p43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163" name="Google Shape;2163;p43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164" name="Google Shape;2164;p43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165" name="Google Shape;2165;p43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166" name="Google Shape;2166;p43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3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43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3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43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3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43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3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43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175" name="Google Shape;2175;p43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6" name="Google Shape;2176;p43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2177" name="Google Shape;2177;p4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179" name="Google Shape;2179;p43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2180" name="Google Shape;2180;p4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182" name="Google Shape;2182;p43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2183" name="Google Shape;2183;p4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185" name="Google Shape;2185;p43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2186" name="Google Shape;2186;p4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188" name="Google Shape;2188;p43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2189" name="Google Shape;2189;p4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191" name="Google Shape;2191;p43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2192" name="Google Shape;2192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194" name="Google Shape;2194;p43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2195" name="Google Shape;2195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197" name="Google Shape;2197;p43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198" name="Google Shape;2198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200" name="Google Shape;2200;p43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201" name="Google Shape;2201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203" name="Google Shape;2203;p43"/>
          <p:cNvSpPr txBox="1"/>
          <p:nvPr/>
        </p:nvSpPr>
        <p:spPr>
          <a:xfrm>
            <a:off x="8068260" y="3968854"/>
            <a:ext cx="187527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grpSp>
        <p:nvGrpSpPr>
          <p:cNvPr id="2204" name="Google Shape;2204;p43"/>
          <p:cNvGrpSpPr/>
          <p:nvPr/>
        </p:nvGrpSpPr>
        <p:grpSpPr>
          <a:xfrm>
            <a:off x="8189131" y="3204274"/>
            <a:ext cx="1620000" cy="796276"/>
            <a:chOff x="3810000" y="2015069"/>
            <a:chExt cx="1390650" cy="1596814"/>
          </a:xfrm>
        </p:grpSpPr>
        <p:sp>
          <p:nvSpPr>
            <p:cNvPr id="2205" name="Google Shape;2205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07" name="Google Shape;2207;p43"/>
          <p:cNvSpPr txBox="1"/>
          <p:nvPr/>
        </p:nvSpPr>
        <p:spPr>
          <a:xfrm>
            <a:off x="9908805" y="3979181"/>
            <a:ext cx="18404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2208" name="Google Shape;2208;p43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2209" name="Google Shape;2209;p43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210" name="Google Shape;2210;p4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212" name="Google Shape;2212;p43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213" name="Google Shape;2213;p4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15" name="Google Shape;2215;p43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44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2" name="Google Shape;2222;p44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2223" name="Google Shape;2223;p44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4" name="Google Shape;2224;p44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5" name="Google Shape;2225;p44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226" name="Google Shape;2226;p44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227" name="Google Shape;2227;p44"/>
          <p:cNvCxnSpPr>
            <a:stCxn id="2222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28" name="Google Shape;2228;p44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29" name="Google Shape;2229;p44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230" name="Google Shape;2230;p44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2231" name="Google Shape;2231;p44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2232" name="Google Shape;2232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33" name="Google Shape;2233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234" name="Google Shape;2234;p44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2235" name="Google Shape;2235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36" name="Google Shape;2236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37" name="Google Shape;2237;p44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2238" name="Google Shape;2238;p44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2239" name="Google Shape;2239;p44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2240" name="Google Shape;2240;p44"/>
          <p:cNvSpPr txBox="1"/>
          <p:nvPr/>
        </p:nvSpPr>
        <p:spPr>
          <a:xfrm>
            <a:off x="2596439" y="5339671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2241" name="Google Shape;2241;p44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2242" name="Google Shape;2242;p44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2243" name="Google Shape;2243;p44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2244" name="Google Shape;2244;p44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245" name="Google Shape;2245;p44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2246" name="Google Shape;2246;p44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247" name="Google Shape;2247;p44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248" name="Google Shape;2248;p44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4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250" name="Google Shape;2250;p44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44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252" name="Google Shape;2252;p44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253" name="Google Shape;2253;p44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44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44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256" name="Google Shape;2256;p44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4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258" name="Google Shape;2258;p44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44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60" name="Google Shape;2260;p44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44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44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63" name="Google Shape;2263;p44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44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265" name="Google Shape;2265;p44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44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267" name="Google Shape;2267;p44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44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69" name="Google Shape;2269;p44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44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271" name="Google Shape;2271;p44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44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273" name="Google Shape;2273;p44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44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275" name="Google Shape;2275;p44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44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277" name="Google Shape;2277;p44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4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279" name="Google Shape;2279;p44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44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281" name="Google Shape;2281;p44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44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283" name="Google Shape;2283;p44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44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285" name="Google Shape;2285;p44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44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287" name="Google Shape;2287;p44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44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289" name="Google Shape;2289;p44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44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291" name="Google Shape;2291;p44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44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293" name="Google Shape;2293;p44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44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295" name="Google Shape;2295;p44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6" name="Google Shape;2296;p44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297" name="Google Shape;229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299" name="Google Shape;2299;p44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300" name="Google Shape;230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302" name="Google Shape;2302;p44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303" name="Google Shape;2303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305" name="Google Shape;2305;p44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306" name="Google Shape;2306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308" name="Google Shape;2308;p44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309" name="Google Shape;2309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0" name="Google Shape;2310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311" name="Google Shape;2311;p44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312" name="Google Shape;2312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3" name="Google Shape;2313;p44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314" name="Google Shape;2314;p44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315" name="Google Shape;2315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6" name="Google Shape;2316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317" name="Google Shape;2317;p44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2318" name="Google Shape;2318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9" name="Google Shape;2319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320" name="Google Shape;2320;p44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321" name="Google Shape;2321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2" name="Google Shape;2322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323" name="Google Shape;2323;p44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2324" name="Google Shape;2324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5" name="Google Shape;2325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326" name="Google Shape;2326;p44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327" name="Google Shape;232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329" name="Google Shape;2329;p44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2330" name="Google Shape;233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1" name="Google Shape;2331;p44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332" name="Google Shape;2332;p44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333" name="Google Shape;2333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4" name="Google Shape;2334;p44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335" name="Google Shape;2335;p44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336" name="Google Shape;2336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7" name="Google Shape;2337;p44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338" name="Google Shape;2338;p44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2339" name="Google Shape;2339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0" name="Google Shape;2340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341" name="Google Shape;2341;p44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2342" name="Google Shape;2342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3" name="Google Shape;2343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344" name="Google Shape;2344;p44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345" name="Google Shape;2345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6" name="Google Shape;2346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347" name="Google Shape;2347;p44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348" name="Google Shape;2348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9" name="Google Shape;2349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350" name="Google Shape;2350;p44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351" name="Google Shape;2351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2" name="Google Shape;2352;p44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353" name="Google Shape;2353;p44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354" name="Google Shape;2354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5" name="Google Shape;2355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356" name="Google Shape;2356;p44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357" name="Google Shape;235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8" name="Google Shape;2358;p44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359" name="Google Shape;2359;p44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360" name="Google Shape;236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1" name="Google Shape;2361;p44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362" name="Google Shape;2362;p44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2363" name="Google Shape;2363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4" name="Google Shape;2364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365" name="Google Shape;2365;p44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366" name="Google Shape;2366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7" name="Google Shape;2367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2368" name="Google Shape;2368;p44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2369" name="Google Shape;2369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0" name="Google Shape;2370;p44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2371" name="Google Shape;2371;p44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2372" name="Google Shape;2372;p44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373" name="Google Shape;2373;p44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374" name="Google Shape;2374;p44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375" name="Google Shape;2375;p44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376" name="Google Shape;2376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77" name="Google Shape;2377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378" name="Google Shape;2378;p44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379" name="Google Shape;2379;p44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380" name="Google Shape;2380;p44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1" name="Google Shape;2381;p44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382" name="Google Shape;2382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3" name="Google Shape;2383;p44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384" name="Google Shape;2384;p44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385" name="Google Shape;2385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6" name="Google Shape;2386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87" name="Google Shape;2387;p44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2388" name="Google Shape;2388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9" name="Google Shape;2389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0" name="Google Shape;2390;p44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2391" name="Google Shape;2391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2" name="Google Shape;2392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3" name="Google Shape;2393;p44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2394" name="Google Shape;2394;p4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5" name="Google Shape;2395;p4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6" name="Google Shape;2396;p44"/>
          <p:cNvGrpSpPr/>
          <p:nvPr/>
        </p:nvGrpSpPr>
        <p:grpSpPr>
          <a:xfrm>
            <a:off x="4292494" y="5448381"/>
            <a:ext cx="1620000" cy="796276"/>
            <a:chOff x="3810000" y="2015069"/>
            <a:chExt cx="1390650" cy="1596814"/>
          </a:xfrm>
        </p:grpSpPr>
        <p:sp>
          <p:nvSpPr>
            <p:cNvPr id="2397" name="Google Shape;2397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8" name="Google Shape;2398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99" name="Google Shape;2399;p44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400" name="Google Shape;2400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1" name="Google Shape;2401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2" name="Google Shape;2402;p44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403" name="Google Shape;2403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4" name="Google Shape;2404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5" name="Google Shape;2405;p44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406" name="Google Shape;2406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7" name="Google Shape;2407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8" name="Google Shape;2408;p44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2409" name="Google Shape;2409;p44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0" name="Google Shape;2410;p44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411" name="Google Shape;2411;p44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412" name="Google Shape;2412;p44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413" name="Google Shape;2413;p44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414" name="Google Shape;2414;p44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415" name="Google Shape;2415;p44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416" name="Google Shape;2416;p44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417" name="Google Shape;2417;p44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418" name="Google Shape;2418;p44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419" name="Google Shape;2419;p44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420" name="Google Shape;2420;p44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44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44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44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44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44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44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44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44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429" name="Google Shape;2429;p44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44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431" name="Google Shape;2431;p44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2" name="Google Shape;2432;p44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2433" name="Google Shape;2433;p44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4" name="Google Shape;2434;p44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2435" name="Google Shape;2435;p44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2436" name="Google Shape;2436;p4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7" name="Google Shape;2437;p4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438" name="Google Shape;2438;p44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2439" name="Google Shape;2439;p4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0" name="Google Shape;2440;p4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441" name="Google Shape;2441;p44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2442" name="Google Shape;2442;p4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3" name="Google Shape;2443;p44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444" name="Google Shape;2444;p44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2445" name="Google Shape;2445;p44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6" name="Google Shape;2446;p44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447" name="Google Shape;2447;p44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2448" name="Google Shape;2448;p44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9" name="Google Shape;2449;p44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450" name="Google Shape;2450;p44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2451" name="Google Shape;2451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2" name="Google Shape;2452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453" name="Google Shape;2453;p44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2454" name="Google Shape;2454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5" name="Google Shape;2455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456" name="Google Shape;2456;p44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457" name="Google Shape;2457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8" name="Google Shape;2458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459" name="Google Shape;2459;p44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460" name="Google Shape;246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1" name="Google Shape;2461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2462" name="Google Shape;2462;p44"/>
          <p:cNvSpPr txBox="1"/>
          <p:nvPr/>
        </p:nvSpPr>
        <p:spPr>
          <a:xfrm>
            <a:off x="8065313" y="3985077"/>
            <a:ext cx="1873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grpSp>
        <p:nvGrpSpPr>
          <p:cNvPr id="2463" name="Google Shape;2463;p44"/>
          <p:cNvGrpSpPr/>
          <p:nvPr/>
        </p:nvGrpSpPr>
        <p:grpSpPr>
          <a:xfrm>
            <a:off x="8189131" y="3206223"/>
            <a:ext cx="1620000" cy="796276"/>
            <a:chOff x="3810000" y="2015069"/>
            <a:chExt cx="1390650" cy="1596814"/>
          </a:xfrm>
        </p:grpSpPr>
        <p:sp>
          <p:nvSpPr>
            <p:cNvPr id="2464" name="Google Shape;2464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65" name="Google Shape;2465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66" name="Google Shape;2466;p44"/>
          <p:cNvSpPr txBox="1"/>
          <p:nvPr/>
        </p:nvSpPr>
        <p:spPr>
          <a:xfrm>
            <a:off x="7114467" y="5116022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467" name="Google Shape;2467;p44"/>
          <p:cNvSpPr/>
          <p:nvPr/>
        </p:nvSpPr>
        <p:spPr>
          <a:xfrm>
            <a:off x="6948872" y="516969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44"/>
          <p:cNvSpPr/>
          <p:nvPr/>
        </p:nvSpPr>
        <p:spPr>
          <a:xfrm>
            <a:off x="6525784" y="5130943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69" name="Google Shape;2469;p44"/>
          <p:cNvSpPr/>
          <p:nvPr/>
        </p:nvSpPr>
        <p:spPr>
          <a:xfrm>
            <a:off x="6482317" y="513973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470" name="Google Shape;2470;p44"/>
          <p:cNvSpPr txBox="1"/>
          <p:nvPr/>
        </p:nvSpPr>
        <p:spPr>
          <a:xfrm>
            <a:off x="9032054" y="3624861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471" name="Google Shape;2471;p44"/>
          <p:cNvSpPr/>
          <p:nvPr/>
        </p:nvSpPr>
        <p:spPr>
          <a:xfrm rot="10800000">
            <a:off x="8748907" y="366532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44"/>
          <p:cNvSpPr/>
          <p:nvPr/>
        </p:nvSpPr>
        <p:spPr>
          <a:xfrm>
            <a:off x="8314563" y="3660153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73" name="Google Shape;2473;p44"/>
          <p:cNvSpPr/>
          <p:nvPr/>
        </p:nvSpPr>
        <p:spPr>
          <a:xfrm>
            <a:off x="8267183" y="3668626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grpSp>
        <p:nvGrpSpPr>
          <p:cNvPr id="2474" name="Google Shape;2474;p44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2475" name="Google Shape;2475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76" name="Google Shape;2476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77" name="Google Shape;2477;p44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  <p:sp>
        <p:nvSpPr>
          <p:cNvPr id="2478" name="Google Shape;2478;p44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2479" name="Google Shape;2479;p44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480" name="Google Shape;2480;p44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1" name="Google Shape;2481;p44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482" name="Google Shape;2482;p44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483" name="Google Shape;2483;p4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84" name="Google Shape;2484;p4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85" name="Google Shape;2485;p44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45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2" name="Google Shape;2492;p45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2493" name="Google Shape;2493;p45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4" name="Google Shape;2494;p45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5" name="Google Shape;2495;p45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496" name="Google Shape;2496;p45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497" name="Google Shape;2497;p45"/>
          <p:cNvCxnSpPr>
            <a:stCxn id="2492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98" name="Google Shape;2498;p45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99" name="Google Shape;2499;p4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500" name="Google Shape;2500;p4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2501" name="Google Shape;2501;p45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2502" name="Google Shape;2502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03" name="Google Shape;2503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504" name="Google Shape;2504;p45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2505" name="Google Shape;2505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06" name="Google Shape;2506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507" name="Google Shape;2507;p45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2508" name="Google Shape;2508;p45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2509" name="Google Shape;2509;p45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2510" name="Google Shape;2510;p45"/>
          <p:cNvSpPr txBox="1"/>
          <p:nvPr/>
        </p:nvSpPr>
        <p:spPr>
          <a:xfrm>
            <a:off x="2596439" y="5339671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2511" name="Google Shape;2511;p45"/>
          <p:cNvSpPr txBox="1"/>
          <p:nvPr/>
        </p:nvSpPr>
        <p:spPr>
          <a:xfrm>
            <a:off x="4306077" y="6192000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2512" name="Google Shape;2512;p45"/>
          <p:cNvSpPr txBox="1"/>
          <p:nvPr/>
        </p:nvSpPr>
        <p:spPr>
          <a:xfrm>
            <a:off x="796515" y="6192000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2513" name="Google Shape;2513;p45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2514" name="Google Shape;2514;p45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515" name="Google Shape;2515;p45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2516" name="Google Shape;2516;p45"/>
          <p:cNvSpPr txBox="1"/>
          <p:nvPr/>
        </p:nvSpPr>
        <p:spPr>
          <a:xfrm>
            <a:off x="3713366" y="5031445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517" name="Google Shape;2517;p45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518" name="Google Shape;2518;p45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45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520" name="Google Shape;2520;p45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45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522" name="Google Shape;2522;p45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523" name="Google Shape;2523;p45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45"/>
          <p:cNvSpPr/>
          <p:nvPr/>
        </p:nvSpPr>
        <p:spPr>
          <a:xfrm rot="10800000">
            <a:off x="3096000" y="508232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45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526" name="Google Shape;2526;p45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45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528" name="Google Shape;2528;p45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45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30" name="Google Shape;2530;p45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45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45"/>
          <p:cNvSpPr txBox="1"/>
          <p:nvPr/>
        </p:nvSpPr>
        <p:spPr>
          <a:xfrm>
            <a:off x="5305894" y="589386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33" name="Google Shape;2533;p45"/>
          <p:cNvSpPr/>
          <p:nvPr/>
        </p:nvSpPr>
        <p:spPr>
          <a:xfrm rot="10800000">
            <a:off x="4860000" y="59447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45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535" name="Google Shape;2535;p45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45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537" name="Google Shape;2537;p45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45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39" name="Google Shape;2539;p45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45"/>
          <p:cNvSpPr txBox="1"/>
          <p:nvPr/>
        </p:nvSpPr>
        <p:spPr>
          <a:xfrm>
            <a:off x="5305894" y="564602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541" name="Google Shape;2541;p45"/>
          <p:cNvSpPr/>
          <p:nvPr/>
        </p:nvSpPr>
        <p:spPr>
          <a:xfrm rot="10800000">
            <a:off x="4860000" y="569690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45"/>
          <p:cNvSpPr txBox="1"/>
          <p:nvPr/>
        </p:nvSpPr>
        <p:spPr>
          <a:xfrm>
            <a:off x="3599552" y="479657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543" name="Google Shape;2543;p45"/>
          <p:cNvSpPr/>
          <p:nvPr/>
        </p:nvSpPr>
        <p:spPr>
          <a:xfrm rot="10800000">
            <a:off x="3096000" y="484745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45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545" name="Google Shape;2545;p45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45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547" name="Google Shape;2547;p45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45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549" name="Google Shape;2549;p45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45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551" name="Google Shape;2551;p45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45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553" name="Google Shape;2553;p45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45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555" name="Google Shape;2555;p45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45"/>
          <p:cNvSpPr txBox="1"/>
          <p:nvPr/>
        </p:nvSpPr>
        <p:spPr>
          <a:xfrm>
            <a:off x="5419708" y="5397501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557" name="Google Shape;2557;p45"/>
          <p:cNvSpPr/>
          <p:nvPr/>
        </p:nvSpPr>
        <p:spPr>
          <a:xfrm rot="10800000">
            <a:off x="4860000" y="544838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45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559" name="Google Shape;2559;p45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45"/>
          <p:cNvSpPr txBox="1"/>
          <p:nvPr/>
        </p:nvSpPr>
        <p:spPr>
          <a:xfrm>
            <a:off x="1816755" y="589722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561" name="Google Shape;2561;p45"/>
          <p:cNvSpPr/>
          <p:nvPr/>
        </p:nvSpPr>
        <p:spPr>
          <a:xfrm rot="10800000">
            <a:off x="1296000" y="594720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45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563" name="Google Shape;2563;p45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45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565" name="Google Shape;2565;p45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6" name="Google Shape;2566;p45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567" name="Google Shape;256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68" name="Google Shape;2568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569" name="Google Shape;2569;p45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570" name="Google Shape;257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1" name="Google Shape;2571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572" name="Google Shape;2572;p45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573" name="Google Shape;257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4" name="Google Shape;2574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575" name="Google Shape;2575;p45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576" name="Google Shape;257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7" name="Google Shape;2577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578" name="Google Shape;2578;p45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579" name="Google Shape;2579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0" name="Google Shape;2580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581" name="Google Shape;2581;p45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582" name="Google Shape;2582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3" name="Google Shape;2583;p45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584" name="Google Shape;2584;p45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585" name="Google Shape;2585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6" name="Google Shape;2586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587" name="Google Shape;2587;p45"/>
          <p:cNvGrpSpPr/>
          <p:nvPr/>
        </p:nvGrpSpPr>
        <p:grpSpPr>
          <a:xfrm>
            <a:off x="4372912" y="5940000"/>
            <a:ext cx="309700" cy="224238"/>
            <a:chOff x="770743" y="3715228"/>
            <a:chExt cx="309700" cy="224238"/>
          </a:xfrm>
        </p:grpSpPr>
        <p:sp>
          <p:nvSpPr>
            <p:cNvPr id="2588" name="Google Shape;2588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9" name="Google Shape;2589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590" name="Google Shape;2590;p45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591" name="Google Shape;2591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2" name="Google Shape;2592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593" name="Google Shape;2593;p45"/>
          <p:cNvGrpSpPr/>
          <p:nvPr/>
        </p:nvGrpSpPr>
        <p:grpSpPr>
          <a:xfrm>
            <a:off x="4377396" y="5681195"/>
            <a:ext cx="309700" cy="224238"/>
            <a:chOff x="770743" y="3715228"/>
            <a:chExt cx="309700" cy="224238"/>
          </a:xfrm>
        </p:grpSpPr>
        <p:sp>
          <p:nvSpPr>
            <p:cNvPr id="2594" name="Google Shape;2594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5" name="Google Shape;2595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596" name="Google Shape;2596;p45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597" name="Google Shape;259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8" name="Google Shape;2598;p45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599" name="Google Shape;2599;p45"/>
          <p:cNvGrpSpPr/>
          <p:nvPr/>
        </p:nvGrpSpPr>
        <p:grpSpPr>
          <a:xfrm>
            <a:off x="4345727" y="5432633"/>
            <a:ext cx="370614" cy="347348"/>
            <a:chOff x="740286" y="3715228"/>
            <a:chExt cx="370614" cy="347348"/>
          </a:xfrm>
        </p:grpSpPr>
        <p:sp>
          <p:nvSpPr>
            <p:cNvPr id="2600" name="Google Shape;260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1" name="Google Shape;2601;p45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602" name="Google Shape;2602;p45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603" name="Google Shape;260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4" name="Google Shape;2604;p45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605" name="Google Shape;2605;p45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606" name="Google Shape;260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7" name="Google Shape;2607;p45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608" name="Google Shape;2608;p45"/>
          <p:cNvGrpSpPr/>
          <p:nvPr/>
        </p:nvGrpSpPr>
        <p:grpSpPr>
          <a:xfrm>
            <a:off x="2681463" y="5057611"/>
            <a:ext cx="245580" cy="224238"/>
            <a:chOff x="802803" y="3715228"/>
            <a:chExt cx="245580" cy="224238"/>
          </a:xfrm>
        </p:grpSpPr>
        <p:sp>
          <p:nvSpPr>
            <p:cNvPr id="2609" name="Google Shape;2609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0" name="Google Shape;2610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611" name="Google Shape;2611;p45"/>
          <p:cNvGrpSpPr/>
          <p:nvPr/>
        </p:nvGrpSpPr>
        <p:grpSpPr>
          <a:xfrm>
            <a:off x="2680630" y="4808856"/>
            <a:ext cx="245580" cy="224238"/>
            <a:chOff x="802803" y="3715228"/>
            <a:chExt cx="245580" cy="224238"/>
          </a:xfrm>
        </p:grpSpPr>
        <p:sp>
          <p:nvSpPr>
            <p:cNvPr id="2612" name="Google Shape;2612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3" name="Google Shape;2613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614" name="Google Shape;2614;p45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615" name="Google Shape;2615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6" name="Google Shape;2616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617" name="Google Shape;2617;p45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618" name="Google Shape;2618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9" name="Google Shape;2619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620" name="Google Shape;2620;p45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621" name="Google Shape;2621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2" name="Google Shape;2622;p45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623" name="Google Shape;2623;p45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624" name="Google Shape;2624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5" name="Google Shape;2625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626" name="Google Shape;2626;p45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627" name="Google Shape;262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8" name="Google Shape;2628;p45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629" name="Google Shape;2629;p45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630" name="Google Shape;263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1" name="Google Shape;2631;p45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632" name="Google Shape;2632;p45"/>
          <p:cNvGrpSpPr/>
          <p:nvPr/>
        </p:nvGrpSpPr>
        <p:grpSpPr>
          <a:xfrm>
            <a:off x="852407" y="5940000"/>
            <a:ext cx="309700" cy="224238"/>
            <a:chOff x="770743" y="3715228"/>
            <a:chExt cx="309700" cy="224238"/>
          </a:xfrm>
        </p:grpSpPr>
        <p:sp>
          <p:nvSpPr>
            <p:cNvPr id="2633" name="Google Shape;263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4" name="Google Shape;2634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635" name="Google Shape;2635;p45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636" name="Google Shape;263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7" name="Google Shape;2637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grpSp>
        <p:nvGrpSpPr>
          <p:cNvPr id="2638" name="Google Shape;2638;p45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2639" name="Google Shape;2639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40" name="Google Shape;2640;p45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2641" name="Google Shape;2641;p45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sp>
        <p:nvSpPr>
          <p:cNvPr id="2642" name="Google Shape;2642;p45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643" name="Google Shape;2643;p4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644" name="Google Shape;2644;p4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645" name="Google Shape;2645;p45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646" name="Google Shape;2646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47" name="Google Shape;2647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648" name="Google Shape;2648;p45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649" name="Google Shape;2649;p45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650" name="Google Shape;2650;p45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1" name="Google Shape;2651;p45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652" name="Google Shape;2652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53" name="Google Shape;2653;p45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654" name="Google Shape;2654;p45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655" name="Google Shape;2655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56" name="Google Shape;2656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57" name="Google Shape;2657;p45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2658" name="Google Shape;2658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59" name="Google Shape;2659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0" name="Google Shape;2660;p45"/>
          <p:cNvGrpSpPr/>
          <p:nvPr/>
        </p:nvGrpSpPr>
        <p:grpSpPr>
          <a:xfrm>
            <a:off x="2556000" y="4767598"/>
            <a:ext cx="1620000" cy="613673"/>
            <a:chOff x="3810000" y="2381250"/>
            <a:chExt cx="1390650" cy="1230631"/>
          </a:xfrm>
        </p:grpSpPr>
        <p:sp>
          <p:nvSpPr>
            <p:cNvPr id="2661" name="Google Shape;2661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2" name="Google Shape;2662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3" name="Google Shape;2663;p45"/>
          <p:cNvGrpSpPr/>
          <p:nvPr/>
        </p:nvGrpSpPr>
        <p:grpSpPr>
          <a:xfrm>
            <a:off x="788356" y="5618680"/>
            <a:ext cx="1620000" cy="613673"/>
            <a:chOff x="3810000" y="2381250"/>
            <a:chExt cx="1390650" cy="1230631"/>
          </a:xfrm>
        </p:grpSpPr>
        <p:sp>
          <p:nvSpPr>
            <p:cNvPr id="2664" name="Google Shape;2664;p45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5" name="Google Shape;2665;p45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6" name="Google Shape;2666;p45"/>
          <p:cNvGrpSpPr/>
          <p:nvPr/>
        </p:nvGrpSpPr>
        <p:grpSpPr>
          <a:xfrm>
            <a:off x="4292494" y="5124243"/>
            <a:ext cx="1620000" cy="1120414"/>
            <a:chOff x="3810000" y="2015069"/>
            <a:chExt cx="1390650" cy="1596814"/>
          </a:xfrm>
        </p:grpSpPr>
        <p:sp>
          <p:nvSpPr>
            <p:cNvPr id="2667" name="Google Shape;2667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8" name="Google Shape;2668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69" name="Google Shape;2669;p45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2670" name="Google Shape;2670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1" name="Google Shape;2671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72" name="Google Shape;2672;p45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673" name="Google Shape;2673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4" name="Google Shape;2674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75" name="Google Shape;2675;p45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676" name="Google Shape;2676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7" name="Google Shape;2677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78" name="Google Shape;2678;p45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679" name="Google Shape;2679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80" name="Google Shape;2680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681" name="Google Shape;2681;p45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2682" name="Google Shape;2682;p45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3" name="Google Shape;2683;p45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684" name="Google Shape;2684;p45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2685" name="Google Shape;2685;p45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686" name="Google Shape;2686;p45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687" name="Google Shape;2687;p45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688" name="Google Shape;2688;p45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689" name="Google Shape;2689;p45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690" name="Google Shape;2690;p45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691" name="Google Shape;2691;p45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692" name="Google Shape;2692;p45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693" name="Google Shape;2693;p45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45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45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45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45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45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45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45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45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702" name="Google Shape;2702;p45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45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704" name="Google Shape;2704;p45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5" name="Google Shape;2705;p45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2706" name="Google Shape;2706;p45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7" name="Google Shape;2707;p45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2708" name="Google Shape;2708;p45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2709" name="Google Shape;2709;p4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0" name="Google Shape;2710;p4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711" name="Google Shape;2711;p45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2712" name="Google Shape;2712;p4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714" name="Google Shape;2714;p45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2715" name="Google Shape;2715;p4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6" name="Google Shape;2716;p45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717" name="Google Shape;2717;p45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2718" name="Google Shape;2718;p45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9" name="Google Shape;2719;p45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720" name="Google Shape;2720;p45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2721" name="Google Shape;2721;p45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2" name="Google Shape;2722;p45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723" name="Google Shape;2723;p45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2724" name="Google Shape;2724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5" name="Google Shape;2725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726" name="Google Shape;2726;p45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2727" name="Google Shape;2727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8" name="Google Shape;2728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729" name="Google Shape;2729;p45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2730" name="Google Shape;2730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1" name="Google Shape;2731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732" name="Google Shape;2732;p45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2733" name="Google Shape;2733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4" name="Google Shape;2734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735" name="Google Shape;2735;p45"/>
          <p:cNvGrpSpPr/>
          <p:nvPr/>
        </p:nvGrpSpPr>
        <p:grpSpPr>
          <a:xfrm>
            <a:off x="8189131" y="3206223"/>
            <a:ext cx="1620000" cy="796276"/>
            <a:chOff x="3810000" y="2015069"/>
            <a:chExt cx="1390650" cy="1596814"/>
          </a:xfrm>
        </p:grpSpPr>
        <p:sp>
          <p:nvSpPr>
            <p:cNvPr id="2736" name="Google Shape;2736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37" name="Google Shape;2737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738" name="Google Shape;2738;p45"/>
          <p:cNvSpPr txBox="1"/>
          <p:nvPr/>
        </p:nvSpPr>
        <p:spPr>
          <a:xfrm>
            <a:off x="7114467" y="5116022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739" name="Google Shape;2739;p45"/>
          <p:cNvSpPr/>
          <p:nvPr/>
        </p:nvSpPr>
        <p:spPr>
          <a:xfrm>
            <a:off x="6948872" y="516969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45"/>
          <p:cNvSpPr/>
          <p:nvPr/>
        </p:nvSpPr>
        <p:spPr>
          <a:xfrm>
            <a:off x="6525784" y="51309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1" name="Google Shape;2741;p45"/>
          <p:cNvSpPr/>
          <p:nvPr/>
        </p:nvSpPr>
        <p:spPr>
          <a:xfrm>
            <a:off x="6482317" y="513973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742" name="Google Shape;2742;p45"/>
          <p:cNvSpPr txBox="1"/>
          <p:nvPr/>
        </p:nvSpPr>
        <p:spPr>
          <a:xfrm>
            <a:off x="9032054" y="3624861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743" name="Google Shape;2743;p45"/>
          <p:cNvSpPr/>
          <p:nvPr/>
        </p:nvSpPr>
        <p:spPr>
          <a:xfrm rot="10800000">
            <a:off x="8748907" y="366532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45"/>
          <p:cNvSpPr/>
          <p:nvPr/>
        </p:nvSpPr>
        <p:spPr>
          <a:xfrm>
            <a:off x="8314563" y="366015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5" name="Google Shape;2745;p45"/>
          <p:cNvSpPr/>
          <p:nvPr/>
        </p:nvSpPr>
        <p:spPr>
          <a:xfrm>
            <a:off x="8267183" y="3668626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746" name="Google Shape;2746;p45"/>
          <p:cNvSpPr txBox="1"/>
          <p:nvPr/>
        </p:nvSpPr>
        <p:spPr>
          <a:xfrm>
            <a:off x="8892000" y="3352130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747" name="Google Shape;2747;p45"/>
          <p:cNvSpPr/>
          <p:nvPr/>
        </p:nvSpPr>
        <p:spPr>
          <a:xfrm>
            <a:off x="8726405" y="340580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45"/>
          <p:cNvSpPr/>
          <p:nvPr/>
        </p:nvSpPr>
        <p:spPr>
          <a:xfrm>
            <a:off x="8303317" y="3367051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9" name="Google Shape;2749;p45"/>
          <p:cNvSpPr/>
          <p:nvPr/>
        </p:nvSpPr>
        <p:spPr>
          <a:xfrm>
            <a:off x="8259850" y="3375845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750" name="Google Shape;2750;p45"/>
          <p:cNvSpPr txBox="1"/>
          <p:nvPr/>
        </p:nvSpPr>
        <p:spPr>
          <a:xfrm>
            <a:off x="5322118" y="512505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751" name="Google Shape;2751;p45"/>
          <p:cNvSpPr/>
          <p:nvPr/>
        </p:nvSpPr>
        <p:spPr>
          <a:xfrm>
            <a:off x="4867450" y="518128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45"/>
          <p:cNvSpPr/>
          <p:nvPr/>
        </p:nvSpPr>
        <p:spPr>
          <a:xfrm>
            <a:off x="4433106" y="5160346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53" name="Google Shape;2753;p45"/>
          <p:cNvSpPr/>
          <p:nvPr/>
        </p:nvSpPr>
        <p:spPr>
          <a:xfrm>
            <a:off x="4385726" y="5168819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754" name="Google Shape;2754;p45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grpSp>
        <p:nvGrpSpPr>
          <p:cNvPr id="2755" name="Google Shape;2755;p45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756" name="Google Shape;2756;p45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7" name="Google Shape;2757;p45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758" name="Google Shape;2758;p45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759" name="Google Shape;2759;p45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60" name="Google Shape;2760;p45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761" name="Google Shape;2761;p45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45"/>
          <p:cNvSpPr txBox="1"/>
          <p:nvPr/>
        </p:nvSpPr>
        <p:spPr>
          <a:xfrm>
            <a:off x="8065313" y="3985077"/>
            <a:ext cx="1873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sp>
        <p:nvSpPr>
          <p:cNvPr id="2763" name="Google Shape;2763;p45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46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0" name="Google Shape;2770;p46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2771" name="Google Shape;2771;p46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2" name="Google Shape;2772;p46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3" name="Google Shape;2773;p46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2774" name="Google Shape;2774;p46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775" name="Google Shape;2775;p46"/>
          <p:cNvCxnSpPr>
            <a:stCxn id="2770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6" name="Google Shape;2776;p46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77" name="Google Shape;2777;p4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2778" name="Google Shape;2778;p4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2779" name="Google Shape;2779;p46"/>
          <p:cNvSpPr txBox="1"/>
          <p:nvPr/>
        </p:nvSpPr>
        <p:spPr>
          <a:xfrm>
            <a:off x="2596439" y="5457916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2780" name="Google Shape;2780;p46"/>
          <p:cNvSpPr txBox="1"/>
          <p:nvPr/>
        </p:nvSpPr>
        <p:spPr>
          <a:xfrm>
            <a:off x="4306077" y="6215649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2781" name="Google Shape;2781;p46"/>
          <p:cNvSpPr txBox="1"/>
          <p:nvPr/>
        </p:nvSpPr>
        <p:spPr>
          <a:xfrm>
            <a:off x="796515" y="6215649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2782" name="Google Shape;2782;p46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2783" name="Google Shape;2783;p46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2784" name="Google Shape;2784;p46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2785" name="Google Shape;2785;p46"/>
          <p:cNvSpPr txBox="1"/>
          <p:nvPr/>
        </p:nvSpPr>
        <p:spPr>
          <a:xfrm>
            <a:off x="3713366" y="515757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2786" name="Google Shape;2786;p46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2787" name="Google Shape;2787;p46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p46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2789" name="Google Shape;2789;p46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2790" name="Google Shape;2790;p46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46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2792" name="Google Shape;2792;p46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46"/>
          <p:cNvSpPr/>
          <p:nvPr/>
        </p:nvSpPr>
        <p:spPr>
          <a:xfrm rot="10800000">
            <a:off x="3096000" y="52084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4" name="Google Shape;2794;p46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795" name="Google Shape;2795;p46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46"/>
          <p:cNvSpPr txBox="1"/>
          <p:nvPr/>
        </p:nvSpPr>
        <p:spPr>
          <a:xfrm>
            <a:off x="5305894" y="591751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797" name="Google Shape;2797;p46"/>
          <p:cNvSpPr/>
          <p:nvPr/>
        </p:nvSpPr>
        <p:spPr>
          <a:xfrm rot="10800000">
            <a:off x="4860000" y="596839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46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799" name="Google Shape;2799;p46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46"/>
          <p:cNvSpPr txBox="1"/>
          <p:nvPr/>
        </p:nvSpPr>
        <p:spPr>
          <a:xfrm>
            <a:off x="5305894" y="566967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801" name="Google Shape;2801;p46"/>
          <p:cNvSpPr/>
          <p:nvPr/>
        </p:nvSpPr>
        <p:spPr>
          <a:xfrm rot="10800000">
            <a:off x="4860000" y="57205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46"/>
          <p:cNvSpPr txBox="1"/>
          <p:nvPr/>
        </p:nvSpPr>
        <p:spPr>
          <a:xfrm>
            <a:off x="3599552" y="49226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803" name="Google Shape;2803;p46"/>
          <p:cNvSpPr/>
          <p:nvPr/>
        </p:nvSpPr>
        <p:spPr>
          <a:xfrm rot="10800000">
            <a:off x="3096000" y="497357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46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2805" name="Google Shape;2805;p46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46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807" name="Google Shape;2807;p46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46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809" name="Google Shape;2809;p46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46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2811" name="Google Shape;2811;p46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46"/>
          <p:cNvSpPr txBox="1"/>
          <p:nvPr/>
        </p:nvSpPr>
        <p:spPr>
          <a:xfrm>
            <a:off x="5419708" y="5421150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813" name="Google Shape;2813;p46"/>
          <p:cNvSpPr/>
          <p:nvPr/>
        </p:nvSpPr>
        <p:spPr>
          <a:xfrm rot="10800000">
            <a:off x="4860000" y="54720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46"/>
          <p:cNvSpPr txBox="1"/>
          <p:nvPr/>
        </p:nvSpPr>
        <p:spPr>
          <a:xfrm>
            <a:off x="1816755" y="592087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815" name="Google Shape;2815;p46"/>
          <p:cNvSpPr/>
          <p:nvPr/>
        </p:nvSpPr>
        <p:spPr>
          <a:xfrm rot="10800000">
            <a:off x="1296000" y="59708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46"/>
          <p:cNvSpPr txBox="1"/>
          <p:nvPr/>
        </p:nvSpPr>
        <p:spPr>
          <a:xfrm>
            <a:off x="7149595" y="1205847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817" name="Google Shape;2817;p46"/>
          <p:cNvSpPr/>
          <p:nvPr/>
        </p:nvSpPr>
        <p:spPr>
          <a:xfrm>
            <a:off x="6984000" y="125952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8" name="Google Shape;2818;p46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2819" name="Google Shape;2819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0" name="Google Shape;2820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2821" name="Google Shape;2821;p46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2822" name="Google Shape;2822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3" name="Google Shape;2823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2824" name="Google Shape;2824;p46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2825" name="Google Shape;282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6" name="Google Shape;2826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2827" name="Google Shape;2827;p46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2828" name="Google Shape;282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9" name="Google Shape;2829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830" name="Google Shape;2830;p46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2831" name="Google Shape;283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2" name="Google Shape;2832;p46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2833" name="Google Shape;2833;p46"/>
          <p:cNvGrpSpPr/>
          <p:nvPr/>
        </p:nvGrpSpPr>
        <p:grpSpPr>
          <a:xfrm>
            <a:off x="4372912" y="5963649"/>
            <a:ext cx="309700" cy="224238"/>
            <a:chOff x="770743" y="3715228"/>
            <a:chExt cx="309700" cy="224238"/>
          </a:xfrm>
        </p:grpSpPr>
        <p:sp>
          <p:nvSpPr>
            <p:cNvPr id="2834" name="Google Shape;283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5" name="Google Shape;283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836" name="Google Shape;2836;p46"/>
          <p:cNvGrpSpPr/>
          <p:nvPr/>
        </p:nvGrpSpPr>
        <p:grpSpPr>
          <a:xfrm>
            <a:off x="4377396" y="5704844"/>
            <a:ext cx="309700" cy="224238"/>
            <a:chOff x="770743" y="3715228"/>
            <a:chExt cx="309700" cy="224238"/>
          </a:xfrm>
        </p:grpSpPr>
        <p:sp>
          <p:nvSpPr>
            <p:cNvPr id="2837" name="Google Shape;2837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8" name="Google Shape;2838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839" name="Google Shape;2839;p46"/>
          <p:cNvGrpSpPr/>
          <p:nvPr/>
        </p:nvGrpSpPr>
        <p:grpSpPr>
          <a:xfrm>
            <a:off x="4345727" y="5456282"/>
            <a:ext cx="370614" cy="347348"/>
            <a:chOff x="740286" y="3715228"/>
            <a:chExt cx="370614" cy="347348"/>
          </a:xfrm>
        </p:grpSpPr>
        <p:sp>
          <p:nvSpPr>
            <p:cNvPr id="2840" name="Google Shape;2840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1" name="Google Shape;2841;p46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842" name="Google Shape;2842;p46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2843" name="Google Shape;2843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4" name="Google Shape;2844;p46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845" name="Google Shape;2845;p46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2846" name="Google Shape;2846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7" name="Google Shape;2847;p46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848" name="Google Shape;2848;p46"/>
          <p:cNvGrpSpPr/>
          <p:nvPr/>
        </p:nvGrpSpPr>
        <p:grpSpPr>
          <a:xfrm>
            <a:off x="2681463" y="5183739"/>
            <a:ext cx="245580" cy="224238"/>
            <a:chOff x="802803" y="3715228"/>
            <a:chExt cx="245580" cy="224238"/>
          </a:xfrm>
        </p:grpSpPr>
        <p:sp>
          <p:nvSpPr>
            <p:cNvPr id="2849" name="Google Shape;2849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0" name="Google Shape;2850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2851" name="Google Shape;2851;p46"/>
          <p:cNvGrpSpPr/>
          <p:nvPr/>
        </p:nvGrpSpPr>
        <p:grpSpPr>
          <a:xfrm>
            <a:off x="2680630" y="4942867"/>
            <a:ext cx="245580" cy="224238"/>
            <a:chOff x="802803" y="3715228"/>
            <a:chExt cx="245580" cy="224238"/>
          </a:xfrm>
        </p:grpSpPr>
        <p:sp>
          <p:nvSpPr>
            <p:cNvPr id="2852" name="Google Shape;2852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3" name="Google Shape;2853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854" name="Google Shape;2854;p46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2855" name="Google Shape;285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6" name="Google Shape;2856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2857" name="Google Shape;2857;p46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2858" name="Google Shape;285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9" name="Google Shape;2859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2860" name="Google Shape;2860;p46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2861" name="Google Shape;286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2" name="Google Shape;2862;p46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2863" name="Google Shape;2863;p46"/>
          <p:cNvGrpSpPr/>
          <p:nvPr/>
        </p:nvGrpSpPr>
        <p:grpSpPr>
          <a:xfrm>
            <a:off x="852407" y="5963649"/>
            <a:ext cx="309700" cy="224238"/>
            <a:chOff x="770743" y="3715228"/>
            <a:chExt cx="309700" cy="224238"/>
          </a:xfrm>
        </p:grpSpPr>
        <p:sp>
          <p:nvSpPr>
            <p:cNvPr id="2864" name="Google Shape;286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5" name="Google Shape;286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866" name="Google Shape;2866;p46"/>
          <p:cNvGrpSpPr/>
          <p:nvPr/>
        </p:nvGrpSpPr>
        <p:grpSpPr>
          <a:xfrm>
            <a:off x="6512636" y="1220768"/>
            <a:ext cx="309700" cy="224238"/>
            <a:chOff x="762505" y="3715228"/>
            <a:chExt cx="309700" cy="224238"/>
          </a:xfrm>
        </p:grpSpPr>
        <p:sp>
          <p:nvSpPr>
            <p:cNvPr id="2867" name="Google Shape;2867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8" name="Google Shape;2868;p46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sp>
        <p:nvSpPr>
          <p:cNvPr id="2869" name="Google Shape;2869;p46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2870" name="Google Shape;2870;p46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2871" name="Google Shape;2871;p46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2872" name="Google Shape;2872;p46"/>
          <p:cNvGrpSpPr/>
          <p:nvPr/>
        </p:nvGrpSpPr>
        <p:grpSpPr>
          <a:xfrm>
            <a:off x="2556000" y="4699250"/>
            <a:ext cx="1620000" cy="808150"/>
            <a:chOff x="3810000" y="2381250"/>
            <a:chExt cx="1390650" cy="1230631"/>
          </a:xfrm>
        </p:grpSpPr>
        <p:sp>
          <p:nvSpPr>
            <p:cNvPr id="2873" name="Google Shape;2873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74" name="Google Shape;2874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75" name="Google Shape;2875;p46"/>
          <p:cNvGrpSpPr/>
          <p:nvPr/>
        </p:nvGrpSpPr>
        <p:grpSpPr>
          <a:xfrm>
            <a:off x="788356" y="5642329"/>
            <a:ext cx="1620000" cy="613673"/>
            <a:chOff x="3810000" y="2381250"/>
            <a:chExt cx="1390650" cy="1230631"/>
          </a:xfrm>
        </p:grpSpPr>
        <p:sp>
          <p:nvSpPr>
            <p:cNvPr id="2876" name="Google Shape;2876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77" name="Google Shape;2877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78" name="Google Shape;2878;p46"/>
          <p:cNvGrpSpPr/>
          <p:nvPr/>
        </p:nvGrpSpPr>
        <p:grpSpPr>
          <a:xfrm>
            <a:off x="4292494" y="5147892"/>
            <a:ext cx="1620000" cy="1120414"/>
            <a:chOff x="3810000" y="2015069"/>
            <a:chExt cx="1390650" cy="1596814"/>
          </a:xfrm>
        </p:grpSpPr>
        <p:sp>
          <p:nvSpPr>
            <p:cNvPr id="2879" name="Google Shape;2879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0" name="Google Shape;2880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81" name="Google Shape;2881;p46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2882" name="Google Shape;2882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3" name="Google Shape;2883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84" name="Google Shape;2884;p46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2885" name="Google Shape;2885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6" name="Google Shape;2886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87" name="Google Shape;2887;p46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2888" name="Google Shape;2888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9" name="Google Shape;2889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90" name="Google Shape;2890;p46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2891" name="Google Shape;2891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2" name="Google Shape;2892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93" name="Google Shape;2893;p46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2894" name="Google Shape;2894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5" name="Google Shape;2895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896" name="Google Shape;2896;p46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7" name="Google Shape;2897;p46"/>
          <p:cNvGrpSpPr/>
          <p:nvPr/>
        </p:nvGrpSpPr>
        <p:grpSpPr>
          <a:xfrm>
            <a:off x="8189131" y="2819215"/>
            <a:ext cx="1620000" cy="1199050"/>
            <a:chOff x="3810000" y="2015069"/>
            <a:chExt cx="1390650" cy="1596814"/>
          </a:xfrm>
        </p:grpSpPr>
        <p:sp>
          <p:nvSpPr>
            <p:cNvPr id="2898" name="Google Shape;2898;p46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9" name="Google Shape;2899;p46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900" name="Google Shape;2900;p46"/>
          <p:cNvSpPr txBox="1"/>
          <p:nvPr/>
        </p:nvSpPr>
        <p:spPr>
          <a:xfrm>
            <a:off x="7114467" y="5116022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901" name="Google Shape;2901;p46"/>
          <p:cNvSpPr/>
          <p:nvPr/>
        </p:nvSpPr>
        <p:spPr>
          <a:xfrm>
            <a:off x="6948872" y="516969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46"/>
          <p:cNvSpPr/>
          <p:nvPr/>
        </p:nvSpPr>
        <p:spPr>
          <a:xfrm>
            <a:off x="6525784" y="5130943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03" name="Google Shape;2903;p46"/>
          <p:cNvSpPr/>
          <p:nvPr/>
        </p:nvSpPr>
        <p:spPr>
          <a:xfrm>
            <a:off x="6482317" y="513973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904" name="Google Shape;2904;p46"/>
          <p:cNvSpPr txBox="1"/>
          <p:nvPr/>
        </p:nvSpPr>
        <p:spPr>
          <a:xfrm>
            <a:off x="9071469" y="3695808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2905" name="Google Shape;2905;p46"/>
          <p:cNvSpPr/>
          <p:nvPr/>
        </p:nvSpPr>
        <p:spPr>
          <a:xfrm rot="10800000">
            <a:off x="8717375" y="3736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46"/>
          <p:cNvSpPr/>
          <p:nvPr/>
        </p:nvSpPr>
        <p:spPr>
          <a:xfrm>
            <a:off x="8306680" y="3715334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07" name="Google Shape;2907;p46"/>
          <p:cNvSpPr/>
          <p:nvPr/>
        </p:nvSpPr>
        <p:spPr>
          <a:xfrm>
            <a:off x="8259300" y="372380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sp>
        <p:nvSpPr>
          <p:cNvPr id="2908" name="Google Shape;2908;p46"/>
          <p:cNvSpPr txBox="1"/>
          <p:nvPr/>
        </p:nvSpPr>
        <p:spPr>
          <a:xfrm>
            <a:off x="8907766" y="34546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909" name="Google Shape;2909;p46"/>
          <p:cNvSpPr/>
          <p:nvPr/>
        </p:nvSpPr>
        <p:spPr>
          <a:xfrm>
            <a:off x="8726405" y="35082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46"/>
          <p:cNvSpPr/>
          <p:nvPr/>
        </p:nvSpPr>
        <p:spPr>
          <a:xfrm>
            <a:off x="8303317" y="346953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1" name="Google Shape;2911;p46"/>
          <p:cNvSpPr/>
          <p:nvPr/>
        </p:nvSpPr>
        <p:spPr>
          <a:xfrm>
            <a:off x="8259850" y="3478324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912" name="Google Shape;2912;p46"/>
          <p:cNvSpPr txBox="1"/>
          <p:nvPr/>
        </p:nvSpPr>
        <p:spPr>
          <a:xfrm>
            <a:off x="5322118" y="514870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2913" name="Google Shape;2913;p46"/>
          <p:cNvSpPr/>
          <p:nvPr/>
        </p:nvSpPr>
        <p:spPr>
          <a:xfrm>
            <a:off x="4867450" y="520493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46"/>
          <p:cNvSpPr/>
          <p:nvPr/>
        </p:nvSpPr>
        <p:spPr>
          <a:xfrm>
            <a:off x="4433106" y="519187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5" name="Google Shape;2915;p46"/>
          <p:cNvSpPr/>
          <p:nvPr/>
        </p:nvSpPr>
        <p:spPr>
          <a:xfrm>
            <a:off x="4385726" y="5192468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  <p:sp>
        <p:nvSpPr>
          <p:cNvPr id="2916" name="Google Shape;2916;p46"/>
          <p:cNvSpPr txBox="1"/>
          <p:nvPr/>
        </p:nvSpPr>
        <p:spPr>
          <a:xfrm>
            <a:off x="3606731" y="467972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17" name="Google Shape;2917;p46"/>
          <p:cNvSpPr/>
          <p:nvPr/>
        </p:nvSpPr>
        <p:spPr>
          <a:xfrm>
            <a:off x="3088999" y="471230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46"/>
          <p:cNvSpPr/>
          <p:nvPr/>
        </p:nvSpPr>
        <p:spPr>
          <a:xfrm>
            <a:off x="2686187" y="4699249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9" name="Google Shape;2919;p46"/>
          <p:cNvSpPr/>
          <p:nvPr/>
        </p:nvSpPr>
        <p:spPr>
          <a:xfrm>
            <a:off x="2638807" y="4699839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19</a:t>
            </a:r>
            <a:endParaRPr/>
          </a:p>
        </p:txBody>
      </p:sp>
      <p:sp>
        <p:nvSpPr>
          <p:cNvPr id="2920" name="Google Shape;2920;p46"/>
          <p:cNvSpPr txBox="1"/>
          <p:nvPr/>
        </p:nvSpPr>
        <p:spPr>
          <a:xfrm>
            <a:off x="1818613" y="567194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921" name="Google Shape;2921;p46"/>
          <p:cNvSpPr/>
          <p:nvPr/>
        </p:nvSpPr>
        <p:spPr>
          <a:xfrm>
            <a:off x="1292998" y="57281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46"/>
          <p:cNvSpPr/>
          <p:nvPr/>
        </p:nvSpPr>
        <p:spPr>
          <a:xfrm>
            <a:off x="898069" y="5683588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23" name="Google Shape;2923;p46"/>
          <p:cNvSpPr/>
          <p:nvPr/>
        </p:nvSpPr>
        <p:spPr>
          <a:xfrm>
            <a:off x="850689" y="5684178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20</a:t>
            </a:r>
            <a:endParaRPr/>
          </a:p>
        </p:txBody>
      </p:sp>
      <p:sp>
        <p:nvSpPr>
          <p:cNvPr id="2924" name="Google Shape;2924;p46"/>
          <p:cNvSpPr txBox="1"/>
          <p:nvPr/>
        </p:nvSpPr>
        <p:spPr>
          <a:xfrm>
            <a:off x="8907766" y="321273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25" name="Google Shape;2925;p46"/>
          <p:cNvSpPr/>
          <p:nvPr/>
        </p:nvSpPr>
        <p:spPr>
          <a:xfrm>
            <a:off x="8726405" y="326641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6" name="Google Shape;2926;p46"/>
          <p:cNvSpPr/>
          <p:nvPr/>
        </p:nvSpPr>
        <p:spPr>
          <a:xfrm>
            <a:off x="8303317" y="3227660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27" name="Google Shape;2927;p46"/>
          <p:cNvSpPr/>
          <p:nvPr/>
        </p:nvSpPr>
        <p:spPr>
          <a:xfrm>
            <a:off x="8259850" y="3236454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19</a:t>
            </a:r>
            <a:endParaRPr/>
          </a:p>
        </p:txBody>
      </p:sp>
      <p:sp>
        <p:nvSpPr>
          <p:cNvPr id="2928" name="Google Shape;2928;p46"/>
          <p:cNvSpPr txBox="1"/>
          <p:nvPr/>
        </p:nvSpPr>
        <p:spPr>
          <a:xfrm>
            <a:off x="8907766" y="2966096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929" name="Google Shape;2929;p46"/>
          <p:cNvSpPr/>
          <p:nvPr/>
        </p:nvSpPr>
        <p:spPr>
          <a:xfrm>
            <a:off x="8726405" y="301976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p46"/>
          <p:cNvSpPr/>
          <p:nvPr/>
        </p:nvSpPr>
        <p:spPr>
          <a:xfrm>
            <a:off x="8303317" y="2981017"/>
            <a:ext cx="216000" cy="216000"/>
          </a:xfrm>
          <a:prstGeom prst="ellipse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31" name="Google Shape;2931;p46"/>
          <p:cNvSpPr/>
          <p:nvPr/>
        </p:nvSpPr>
        <p:spPr>
          <a:xfrm>
            <a:off x="8259850" y="2989811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20</a:t>
            </a:r>
            <a:endParaRPr/>
          </a:p>
        </p:txBody>
      </p:sp>
      <p:grpSp>
        <p:nvGrpSpPr>
          <p:cNvPr id="2932" name="Google Shape;2932;p46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2933" name="Google Shape;2933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34" name="Google Shape;2934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935" name="Google Shape;2935;p46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2936" name="Google Shape;2936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37" name="Google Shape;2937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938" name="Google Shape;2938;p46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2939" name="Google Shape;2939;p46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2940" name="Google Shape;2940;p46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2941" name="Google Shape;2941;p46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2942" name="Google Shape;2942;p46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2943" name="Google Shape;2943;p46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4" name="Google Shape;2944;p46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45" name="Google Shape;2945;p46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46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46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948" name="Google Shape;2948;p46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46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2950" name="Google Shape;2950;p46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46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2952" name="Google Shape;2952;p46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46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2954" name="Google Shape;2954;p46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46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2956" name="Google Shape;2956;p46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46"/>
          <p:cNvSpPr txBox="1"/>
          <p:nvPr/>
        </p:nvSpPr>
        <p:spPr>
          <a:xfrm>
            <a:off x="5269894" y="190609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200</a:t>
            </a:r>
            <a:endParaRPr/>
          </a:p>
        </p:txBody>
      </p:sp>
      <p:sp>
        <p:nvSpPr>
          <p:cNvPr id="2958" name="Google Shape;2958;p46"/>
          <p:cNvSpPr/>
          <p:nvPr/>
        </p:nvSpPr>
        <p:spPr>
          <a:xfrm>
            <a:off x="4824000" y="195394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9" name="Google Shape;2959;p46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2960" name="Google Shape;2960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1" name="Google Shape;2961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2962" name="Google Shape;2962;p46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2963" name="Google Shape;2963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4" name="Google Shape;2964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2965" name="Google Shape;2965;p46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2966" name="Google Shape;2966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7" name="Google Shape;2967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2968" name="Google Shape;2968;p46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2969" name="Google Shape;2969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0" name="Google Shape;2970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2971" name="Google Shape;2971;p46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2972" name="Google Shape;2972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3" name="Google Shape;2973;p46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2974" name="Google Shape;2974;p46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2975" name="Google Shape;297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6" name="Google Shape;2976;p46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2977" name="Google Shape;2977;p46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2978" name="Google Shape;297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9" name="Google Shape;2979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2980" name="Google Shape;2980;p46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2981" name="Google Shape;298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2" name="Google Shape;2982;p46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2983" name="Google Shape;2983;p46"/>
          <p:cNvGrpSpPr/>
          <p:nvPr/>
        </p:nvGrpSpPr>
        <p:grpSpPr>
          <a:xfrm>
            <a:off x="4325894" y="1931502"/>
            <a:ext cx="309700" cy="224238"/>
            <a:chOff x="770743" y="3715228"/>
            <a:chExt cx="309700" cy="224238"/>
          </a:xfrm>
        </p:grpSpPr>
        <p:sp>
          <p:nvSpPr>
            <p:cNvPr id="2984" name="Google Shape;298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5" name="Google Shape;298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15</a:t>
              </a:r>
              <a:endParaRPr/>
            </a:p>
          </p:txBody>
        </p:sp>
      </p:grpSp>
      <p:sp>
        <p:nvSpPr>
          <p:cNvPr id="2986" name="Google Shape;2986;p46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2987" name="Google Shape;2987;p46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2988" name="Google Shape;2988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89" name="Google Shape;2989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990" name="Google Shape;2990;p46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2991" name="Google Shape;2991;p46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2992" name="Google Shape;2992;p46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3" name="Google Shape;2993;p46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2994" name="Google Shape;299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5" name="Google Shape;2995;p46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2996" name="Google Shape;2996;p46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2997" name="Google Shape;2997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98" name="Google Shape;2998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999" name="Google Shape;2999;p46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3000" name="Google Shape;3000;p46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01" name="Google Shape;3001;p46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002" name="Google Shape;3002;p46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3003" name="Google Shape;3003;p46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4" name="Google Shape;3004;p46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005" name="Google Shape;3005;p46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006" name="Google Shape;3006;p46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007" name="Google Shape;3007;p46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008" name="Google Shape;3008;p46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009" name="Google Shape;3009;p46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010" name="Google Shape;3010;p46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011" name="Google Shape;3011;p46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012" name="Google Shape;3012;p46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013" name="Google Shape;3013;p46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014" name="Google Shape;3014;p46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46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p46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46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8" name="Google Shape;3018;p46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46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46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46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2" name="Google Shape;3022;p46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023" name="Google Shape;3023;p46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46"/>
          <p:cNvSpPr txBox="1"/>
          <p:nvPr/>
        </p:nvSpPr>
        <p:spPr>
          <a:xfrm>
            <a:off x="3298373" y="1194957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025" name="Google Shape;3025;p46"/>
          <p:cNvSpPr/>
          <p:nvPr/>
        </p:nvSpPr>
        <p:spPr>
          <a:xfrm>
            <a:off x="3015226" y="126695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6" name="Google Shape;3026;p46"/>
          <p:cNvGrpSpPr/>
          <p:nvPr/>
        </p:nvGrpSpPr>
        <p:grpSpPr>
          <a:xfrm>
            <a:off x="2528692" y="1230247"/>
            <a:ext cx="309700" cy="223917"/>
            <a:chOff x="756600" y="3715226"/>
            <a:chExt cx="321511" cy="232457"/>
          </a:xfrm>
        </p:grpSpPr>
        <p:sp>
          <p:nvSpPr>
            <p:cNvPr id="3027" name="Google Shape;3027;p46"/>
            <p:cNvSpPr/>
            <p:nvPr/>
          </p:nvSpPr>
          <p:spPr>
            <a:xfrm>
              <a:off x="810779" y="3715226"/>
              <a:ext cx="224237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8" name="Google Shape;3028;p46"/>
            <p:cNvSpPr/>
            <p:nvPr/>
          </p:nvSpPr>
          <p:spPr>
            <a:xfrm>
              <a:off x="756600" y="3724022"/>
              <a:ext cx="3215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16</a:t>
              </a:r>
              <a:endParaRPr/>
            </a:p>
          </p:txBody>
        </p:sp>
      </p:grpSp>
      <p:grpSp>
        <p:nvGrpSpPr>
          <p:cNvPr id="3029" name="Google Shape;3029;p46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3030" name="Google Shape;3030;p4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1" name="Google Shape;3031;p4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3032" name="Google Shape;3032;p46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3033" name="Google Shape;3033;p4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4" name="Google Shape;3034;p4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3035" name="Google Shape;3035;p46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3036" name="Google Shape;3036;p4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7" name="Google Shape;3037;p46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3038" name="Google Shape;3038;p46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3039" name="Google Shape;3039;p46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0" name="Google Shape;3040;p46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041" name="Google Shape;3041;p46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3042" name="Google Shape;3042;p46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3" name="Google Shape;3043;p46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044" name="Google Shape;3044;p46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3045" name="Google Shape;3045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6" name="Google Shape;3046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3047" name="Google Shape;3047;p46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3048" name="Google Shape;3048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9" name="Google Shape;3049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3050" name="Google Shape;3050;p46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3051" name="Google Shape;3051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2" name="Google Shape;3052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053" name="Google Shape;3053;p46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054" name="Google Shape;3054;p46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5" name="Google Shape;3055;p46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3056" name="Google Shape;3056;p46"/>
          <p:cNvSpPr txBox="1"/>
          <p:nvPr/>
        </p:nvSpPr>
        <p:spPr>
          <a:xfrm>
            <a:off x="8065313" y="3985077"/>
            <a:ext cx="18736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Retained earnings</a:t>
            </a:r>
            <a:endParaRPr/>
          </a:p>
        </p:txBody>
      </p:sp>
      <p:sp>
        <p:nvSpPr>
          <p:cNvPr id="3057" name="Google Shape;3057;p46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47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064" name="Google Shape;3064;p47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065" name="Google Shape;3065;p47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66" name="Google Shape;3066;p47"/>
          <p:cNvSpPr txBox="1"/>
          <p:nvPr/>
        </p:nvSpPr>
        <p:spPr>
          <a:xfrm>
            <a:off x="524257" y="4323871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3067" name="Google Shape;3067;p47"/>
          <p:cNvSpPr txBox="1"/>
          <p:nvPr/>
        </p:nvSpPr>
        <p:spPr>
          <a:xfrm>
            <a:off x="1658393" y="403695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068" name="Google Shape;3068;p47"/>
          <p:cNvSpPr/>
          <p:nvPr/>
        </p:nvSpPr>
        <p:spPr>
          <a:xfrm rot="10800000">
            <a:off x="1212499" y="407494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47"/>
          <p:cNvSpPr txBox="1"/>
          <p:nvPr/>
        </p:nvSpPr>
        <p:spPr>
          <a:xfrm>
            <a:off x="1658393" y="377711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070" name="Google Shape;3070;p47"/>
          <p:cNvSpPr/>
          <p:nvPr/>
        </p:nvSpPr>
        <p:spPr>
          <a:xfrm rot="10800000">
            <a:off x="1212499" y="3827247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47"/>
          <p:cNvSpPr txBox="1"/>
          <p:nvPr/>
        </p:nvSpPr>
        <p:spPr>
          <a:xfrm>
            <a:off x="1772207" y="3507014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072" name="Google Shape;3072;p47"/>
          <p:cNvSpPr/>
          <p:nvPr/>
        </p:nvSpPr>
        <p:spPr>
          <a:xfrm rot="10800000">
            <a:off x="1212499" y="35571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73" name="Google Shape;3073;p47"/>
          <p:cNvGrpSpPr/>
          <p:nvPr/>
        </p:nvGrpSpPr>
        <p:grpSpPr>
          <a:xfrm>
            <a:off x="713479" y="4062951"/>
            <a:ext cx="300082" cy="224238"/>
            <a:chOff x="775552" y="3715228"/>
            <a:chExt cx="300082" cy="224238"/>
          </a:xfrm>
        </p:grpSpPr>
        <p:sp>
          <p:nvSpPr>
            <p:cNvPr id="3074" name="Google Shape;3074;p47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5" name="Google Shape;3075;p47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076" name="Google Shape;3076;p47"/>
          <p:cNvGrpSpPr/>
          <p:nvPr/>
        </p:nvGrpSpPr>
        <p:grpSpPr>
          <a:xfrm>
            <a:off x="713479" y="3808669"/>
            <a:ext cx="300082" cy="224238"/>
            <a:chOff x="775552" y="3715228"/>
            <a:chExt cx="300082" cy="224238"/>
          </a:xfrm>
        </p:grpSpPr>
        <p:sp>
          <p:nvSpPr>
            <p:cNvPr id="3077" name="Google Shape;3077;p47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8" name="Google Shape;3078;p47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3079" name="Google Shape;3079;p47"/>
          <p:cNvGrpSpPr/>
          <p:nvPr/>
        </p:nvGrpSpPr>
        <p:grpSpPr>
          <a:xfrm>
            <a:off x="677306" y="3548003"/>
            <a:ext cx="360996" cy="224238"/>
            <a:chOff x="736857" y="3715228"/>
            <a:chExt cx="360996" cy="224238"/>
          </a:xfrm>
        </p:grpSpPr>
        <p:sp>
          <p:nvSpPr>
            <p:cNvPr id="3080" name="Google Shape;3080;p47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1" name="Google Shape;3081;p47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sp>
        <p:nvSpPr>
          <p:cNvPr id="3082" name="Google Shape;3082;p47"/>
          <p:cNvSpPr txBox="1"/>
          <p:nvPr/>
        </p:nvSpPr>
        <p:spPr>
          <a:xfrm>
            <a:off x="1342966" y="3247893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1,390</a:t>
            </a:r>
            <a:endParaRPr/>
          </a:p>
        </p:txBody>
      </p:sp>
      <p:sp>
        <p:nvSpPr>
          <p:cNvPr id="3083" name="Google Shape;3083;p47"/>
          <p:cNvSpPr/>
          <p:nvPr/>
        </p:nvSpPr>
        <p:spPr>
          <a:xfrm>
            <a:off x="1177371" y="330156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47"/>
          <p:cNvSpPr/>
          <p:nvPr/>
        </p:nvSpPr>
        <p:spPr>
          <a:xfrm>
            <a:off x="754283" y="3262814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85" name="Google Shape;3085;p47"/>
          <p:cNvSpPr/>
          <p:nvPr/>
        </p:nvSpPr>
        <p:spPr>
          <a:xfrm>
            <a:off x="710816" y="3271608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17</a:t>
            </a:r>
            <a:endParaRPr/>
          </a:p>
        </p:txBody>
      </p:sp>
      <p:grpSp>
        <p:nvGrpSpPr>
          <p:cNvPr id="3086" name="Google Shape;3086;p47"/>
          <p:cNvGrpSpPr/>
          <p:nvPr/>
        </p:nvGrpSpPr>
        <p:grpSpPr>
          <a:xfrm>
            <a:off x="610955" y="3256924"/>
            <a:ext cx="1620000" cy="1119603"/>
            <a:chOff x="3810000" y="2015069"/>
            <a:chExt cx="1390650" cy="1596814"/>
          </a:xfrm>
        </p:grpSpPr>
        <p:sp>
          <p:nvSpPr>
            <p:cNvPr id="3087" name="Google Shape;3087;p47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88" name="Google Shape;3088;p47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089" name="Google Shape;3089;p47"/>
          <p:cNvGrpSpPr/>
          <p:nvPr/>
        </p:nvGrpSpPr>
        <p:grpSpPr>
          <a:xfrm>
            <a:off x="7632552" y="2727063"/>
            <a:ext cx="3976742" cy="392654"/>
            <a:chOff x="7632552" y="2727063"/>
            <a:chExt cx="3976742" cy="392654"/>
          </a:xfrm>
        </p:grpSpPr>
        <p:sp>
          <p:nvSpPr>
            <p:cNvPr id="3090" name="Google Shape;3090;p47"/>
            <p:cNvSpPr/>
            <p:nvPr/>
          </p:nvSpPr>
          <p:spPr>
            <a:xfrm>
              <a:off x="7632552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7"/>
            <p:cNvSpPr/>
            <p:nvPr/>
          </p:nvSpPr>
          <p:spPr>
            <a:xfrm>
              <a:off x="8548745" y="2727063"/>
              <a:ext cx="1999128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7"/>
            <p:cNvSpPr/>
            <p:nvPr/>
          </p:nvSpPr>
          <p:spPr>
            <a:xfrm>
              <a:off x="10676965" y="2727063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48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099" name="Google Shape;3099;p48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00" name="Google Shape;3100;p48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101" name="Google Shape;3101;p48"/>
          <p:cNvGrpSpPr/>
          <p:nvPr/>
        </p:nvGrpSpPr>
        <p:grpSpPr>
          <a:xfrm>
            <a:off x="3651269" y="2740302"/>
            <a:ext cx="3810412" cy="392655"/>
            <a:chOff x="7653654" y="2727062"/>
            <a:chExt cx="3810412" cy="392655"/>
          </a:xfrm>
        </p:grpSpPr>
        <p:sp>
          <p:nvSpPr>
            <p:cNvPr id="3102" name="Google Shape;3102;p48"/>
            <p:cNvSpPr/>
            <p:nvPr/>
          </p:nvSpPr>
          <p:spPr>
            <a:xfrm>
              <a:off x="7653654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8"/>
            <p:cNvSpPr/>
            <p:nvPr/>
          </p:nvSpPr>
          <p:spPr>
            <a:xfrm>
              <a:off x="8609553" y="2727063"/>
              <a:ext cx="180769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8"/>
            <p:cNvSpPr/>
            <p:nvPr/>
          </p:nvSpPr>
          <p:spPr>
            <a:xfrm>
              <a:off x="10531737" y="2727062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5" name="Google Shape;3105;p48"/>
          <p:cNvSpPr txBox="1"/>
          <p:nvPr/>
        </p:nvSpPr>
        <p:spPr>
          <a:xfrm>
            <a:off x="610955" y="4324681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3106" name="Google Shape;3106;p48"/>
          <p:cNvSpPr txBox="1"/>
          <p:nvPr/>
        </p:nvSpPr>
        <p:spPr>
          <a:xfrm>
            <a:off x="1610772" y="402654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107" name="Google Shape;3107;p48"/>
          <p:cNvSpPr/>
          <p:nvPr/>
        </p:nvSpPr>
        <p:spPr>
          <a:xfrm rot="10800000">
            <a:off x="1164878" y="407742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48"/>
          <p:cNvSpPr txBox="1"/>
          <p:nvPr/>
        </p:nvSpPr>
        <p:spPr>
          <a:xfrm>
            <a:off x="1610772" y="377870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109" name="Google Shape;3109;p48"/>
          <p:cNvSpPr/>
          <p:nvPr/>
        </p:nvSpPr>
        <p:spPr>
          <a:xfrm rot="10800000">
            <a:off x="1164878" y="382958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48"/>
          <p:cNvSpPr txBox="1"/>
          <p:nvPr/>
        </p:nvSpPr>
        <p:spPr>
          <a:xfrm>
            <a:off x="1724586" y="3530182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111" name="Google Shape;3111;p48"/>
          <p:cNvSpPr/>
          <p:nvPr/>
        </p:nvSpPr>
        <p:spPr>
          <a:xfrm rot="10800000">
            <a:off x="1164878" y="358106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2" name="Google Shape;3112;p48"/>
          <p:cNvGrpSpPr/>
          <p:nvPr/>
        </p:nvGrpSpPr>
        <p:grpSpPr>
          <a:xfrm>
            <a:off x="677790" y="4072681"/>
            <a:ext cx="309700" cy="224238"/>
            <a:chOff x="770743" y="3715228"/>
            <a:chExt cx="309700" cy="224238"/>
          </a:xfrm>
        </p:grpSpPr>
        <p:sp>
          <p:nvSpPr>
            <p:cNvPr id="3113" name="Google Shape;3113;p4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4" name="Google Shape;3114;p48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3115" name="Google Shape;3115;p48"/>
          <p:cNvGrpSpPr/>
          <p:nvPr/>
        </p:nvGrpSpPr>
        <p:grpSpPr>
          <a:xfrm>
            <a:off x="682274" y="3813876"/>
            <a:ext cx="309700" cy="224238"/>
            <a:chOff x="770743" y="3715228"/>
            <a:chExt cx="309700" cy="224238"/>
          </a:xfrm>
        </p:grpSpPr>
        <p:sp>
          <p:nvSpPr>
            <p:cNvPr id="3116" name="Google Shape;3116;p4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7" name="Google Shape;3117;p48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3118" name="Google Shape;3118;p48"/>
          <p:cNvGrpSpPr/>
          <p:nvPr/>
        </p:nvGrpSpPr>
        <p:grpSpPr>
          <a:xfrm>
            <a:off x="650605" y="3565314"/>
            <a:ext cx="370614" cy="347348"/>
            <a:chOff x="740286" y="3715228"/>
            <a:chExt cx="370614" cy="347348"/>
          </a:xfrm>
        </p:grpSpPr>
        <p:sp>
          <p:nvSpPr>
            <p:cNvPr id="3119" name="Google Shape;3119;p48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20" name="Google Shape;3120;p48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121" name="Google Shape;3121;p48"/>
          <p:cNvGrpSpPr/>
          <p:nvPr/>
        </p:nvGrpSpPr>
        <p:grpSpPr>
          <a:xfrm>
            <a:off x="597372" y="3256924"/>
            <a:ext cx="1620000" cy="1120414"/>
            <a:chOff x="3810000" y="2015069"/>
            <a:chExt cx="1390650" cy="1596814"/>
          </a:xfrm>
        </p:grpSpPr>
        <p:sp>
          <p:nvSpPr>
            <p:cNvPr id="3122" name="Google Shape;3122;p48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23" name="Google Shape;3123;p48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124" name="Google Shape;3124;p48"/>
          <p:cNvSpPr txBox="1"/>
          <p:nvPr/>
        </p:nvSpPr>
        <p:spPr>
          <a:xfrm>
            <a:off x="1626996" y="32577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630</a:t>
            </a:r>
            <a:endParaRPr/>
          </a:p>
        </p:txBody>
      </p:sp>
      <p:sp>
        <p:nvSpPr>
          <p:cNvPr id="3125" name="Google Shape;3125;p48"/>
          <p:cNvSpPr/>
          <p:nvPr/>
        </p:nvSpPr>
        <p:spPr>
          <a:xfrm>
            <a:off x="1172328" y="331396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48"/>
          <p:cNvSpPr/>
          <p:nvPr/>
        </p:nvSpPr>
        <p:spPr>
          <a:xfrm>
            <a:off x="737984" y="3293027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27" name="Google Shape;3127;p48"/>
          <p:cNvSpPr/>
          <p:nvPr/>
        </p:nvSpPr>
        <p:spPr>
          <a:xfrm>
            <a:off x="690604" y="3301500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49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34" name="Google Shape;3134;p49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35" name="Google Shape;3135;p49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u="none" strike="noStrike" cap="none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136" name="Google Shape;3136;p49"/>
          <p:cNvGrpSpPr/>
          <p:nvPr/>
        </p:nvGrpSpPr>
        <p:grpSpPr>
          <a:xfrm>
            <a:off x="3665337" y="3232672"/>
            <a:ext cx="3810412" cy="392655"/>
            <a:chOff x="7653654" y="2727062"/>
            <a:chExt cx="3810412" cy="392655"/>
          </a:xfrm>
        </p:grpSpPr>
        <p:sp>
          <p:nvSpPr>
            <p:cNvPr id="3137" name="Google Shape;3137;p49"/>
            <p:cNvSpPr/>
            <p:nvPr/>
          </p:nvSpPr>
          <p:spPr>
            <a:xfrm>
              <a:off x="7653654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49"/>
            <p:cNvSpPr/>
            <p:nvPr/>
          </p:nvSpPr>
          <p:spPr>
            <a:xfrm>
              <a:off x="8609553" y="2727063"/>
              <a:ext cx="180769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49"/>
            <p:cNvSpPr/>
            <p:nvPr/>
          </p:nvSpPr>
          <p:spPr>
            <a:xfrm>
              <a:off x="10531737" y="2727062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0" name="Google Shape;3140;p49"/>
          <p:cNvSpPr txBox="1"/>
          <p:nvPr/>
        </p:nvSpPr>
        <p:spPr>
          <a:xfrm>
            <a:off x="610955" y="4324681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3141" name="Google Shape;3141;p49"/>
          <p:cNvGrpSpPr/>
          <p:nvPr/>
        </p:nvGrpSpPr>
        <p:grpSpPr>
          <a:xfrm>
            <a:off x="597372" y="3256924"/>
            <a:ext cx="1620000" cy="1120414"/>
            <a:chOff x="3810000" y="2015069"/>
            <a:chExt cx="1390650" cy="1596814"/>
          </a:xfrm>
        </p:grpSpPr>
        <p:sp>
          <p:nvSpPr>
            <p:cNvPr id="3142" name="Google Shape;3142;p49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43" name="Google Shape;3143;p49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144" name="Google Shape;3144;p49"/>
          <p:cNvSpPr txBox="1"/>
          <p:nvPr/>
        </p:nvSpPr>
        <p:spPr>
          <a:xfrm>
            <a:off x="1618476" y="352475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145" name="Google Shape;3145;p49"/>
          <p:cNvSpPr/>
          <p:nvPr/>
        </p:nvSpPr>
        <p:spPr>
          <a:xfrm>
            <a:off x="1163808" y="358098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49"/>
          <p:cNvSpPr/>
          <p:nvPr/>
        </p:nvSpPr>
        <p:spPr>
          <a:xfrm>
            <a:off x="729464" y="3560044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47" name="Google Shape;3147;p49"/>
          <p:cNvSpPr/>
          <p:nvPr/>
        </p:nvSpPr>
        <p:spPr>
          <a:xfrm>
            <a:off x="682084" y="3568517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19</a:t>
            </a:r>
            <a:endParaRPr/>
          </a:p>
        </p:txBody>
      </p:sp>
      <p:sp>
        <p:nvSpPr>
          <p:cNvPr id="3148" name="Google Shape;3148;p49"/>
          <p:cNvSpPr txBox="1"/>
          <p:nvPr/>
        </p:nvSpPr>
        <p:spPr>
          <a:xfrm>
            <a:off x="1741140" y="4032584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149" name="Google Shape;3149;p49"/>
          <p:cNvSpPr/>
          <p:nvPr/>
        </p:nvSpPr>
        <p:spPr>
          <a:xfrm rot="10800000">
            <a:off x="1158944" y="408346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49"/>
          <p:cNvSpPr txBox="1"/>
          <p:nvPr/>
        </p:nvSpPr>
        <p:spPr>
          <a:xfrm>
            <a:off x="1627326" y="379771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151" name="Google Shape;3151;p49"/>
          <p:cNvSpPr/>
          <p:nvPr/>
        </p:nvSpPr>
        <p:spPr>
          <a:xfrm rot="10800000">
            <a:off x="1158944" y="384859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2" name="Google Shape;3152;p49"/>
          <p:cNvGrpSpPr/>
          <p:nvPr/>
        </p:nvGrpSpPr>
        <p:grpSpPr>
          <a:xfrm>
            <a:off x="709237" y="4058750"/>
            <a:ext cx="245580" cy="224238"/>
            <a:chOff x="802803" y="3715228"/>
            <a:chExt cx="245580" cy="224238"/>
          </a:xfrm>
        </p:grpSpPr>
        <p:sp>
          <p:nvSpPr>
            <p:cNvPr id="3153" name="Google Shape;3153;p49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4" name="Google Shape;3154;p49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155" name="Google Shape;3155;p49"/>
          <p:cNvGrpSpPr/>
          <p:nvPr/>
        </p:nvGrpSpPr>
        <p:grpSpPr>
          <a:xfrm>
            <a:off x="708404" y="3809995"/>
            <a:ext cx="245580" cy="224238"/>
            <a:chOff x="802803" y="3715228"/>
            <a:chExt cx="245580" cy="224238"/>
          </a:xfrm>
        </p:grpSpPr>
        <p:sp>
          <p:nvSpPr>
            <p:cNvPr id="3156" name="Google Shape;3156;p49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7" name="Google Shape;3157;p49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p50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64" name="Google Shape;3164;p50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65" name="Google Shape;3165;p50"/>
          <p:cNvGraphicFramePr/>
          <p:nvPr/>
        </p:nvGraphicFramePr>
        <p:xfrm>
          <a:off x="3630167" y="1702188"/>
          <a:ext cx="8037550" cy="45422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u="none" strike="noStrike" cap="none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£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Depreciation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>
                        <a:solidFill>
                          <a:srgbClr val="AEABAB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BF9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166" name="Google Shape;3166;p50"/>
          <p:cNvGrpSpPr/>
          <p:nvPr/>
        </p:nvGrpSpPr>
        <p:grpSpPr>
          <a:xfrm>
            <a:off x="3630167" y="3723203"/>
            <a:ext cx="3810412" cy="392655"/>
            <a:chOff x="7653654" y="2727062"/>
            <a:chExt cx="3810412" cy="392655"/>
          </a:xfrm>
        </p:grpSpPr>
        <p:sp>
          <p:nvSpPr>
            <p:cNvPr id="3167" name="Google Shape;3167;p50"/>
            <p:cNvSpPr/>
            <p:nvPr/>
          </p:nvSpPr>
          <p:spPr>
            <a:xfrm>
              <a:off x="7653654" y="2727064"/>
              <a:ext cx="844474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50"/>
            <p:cNvSpPr/>
            <p:nvPr/>
          </p:nvSpPr>
          <p:spPr>
            <a:xfrm>
              <a:off x="8609553" y="2727063"/>
              <a:ext cx="180769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50"/>
            <p:cNvSpPr/>
            <p:nvPr/>
          </p:nvSpPr>
          <p:spPr>
            <a:xfrm>
              <a:off x="10531737" y="2727062"/>
              <a:ext cx="932329" cy="39265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0" name="Google Shape;3170;p50"/>
          <p:cNvSpPr txBox="1"/>
          <p:nvPr/>
        </p:nvSpPr>
        <p:spPr>
          <a:xfrm>
            <a:off x="610955" y="4324681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3171" name="Google Shape;3171;p50"/>
          <p:cNvGrpSpPr/>
          <p:nvPr/>
        </p:nvGrpSpPr>
        <p:grpSpPr>
          <a:xfrm>
            <a:off x="597372" y="3530990"/>
            <a:ext cx="1620000" cy="846347"/>
            <a:chOff x="3810000" y="2015069"/>
            <a:chExt cx="1390650" cy="1596814"/>
          </a:xfrm>
        </p:grpSpPr>
        <p:sp>
          <p:nvSpPr>
            <p:cNvPr id="3172" name="Google Shape;3172;p50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73" name="Google Shape;3173;p50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174" name="Google Shape;3174;p50"/>
          <p:cNvSpPr txBox="1"/>
          <p:nvPr/>
        </p:nvSpPr>
        <p:spPr>
          <a:xfrm>
            <a:off x="1660680" y="372856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175" name="Google Shape;3175;p50"/>
          <p:cNvSpPr/>
          <p:nvPr/>
        </p:nvSpPr>
        <p:spPr>
          <a:xfrm>
            <a:off x="1163808" y="377776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50"/>
          <p:cNvSpPr/>
          <p:nvPr/>
        </p:nvSpPr>
        <p:spPr>
          <a:xfrm>
            <a:off x="729464" y="3756821"/>
            <a:ext cx="216000" cy="216000"/>
          </a:xfrm>
          <a:prstGeom prst="ellipse">
            <a:avLst/>
          </a:prstGeom>
          <a:solidFill>
            <a:srgbClr val="FFFF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7" name="Google Shape;3177;p50"/>
          <p:cNvSpPr/>
          <p:nvPr/>
        </p:nvSpPr>
        <p:spPr>
          <a:xfrm>
            <a:off x="682084" y="3765294"/>
            <a:ext cx="30008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21</a:t>
            </a:r>
            <a:endParaRPr/>
          </a:p>
        </p:txBody>
      </p:sp>
      <p:sp>
        <p:nvSpPr>
          <p:cNvPr id="3178" name="Google Shape;3178;p50"/>
          <p:cNvSpPr/>
          <p:nvPr/>
        </p:nvSpPr>
        <p:spPr>
          <a:xfrm rot="10800000">
            <a:off x="1158944" y="4083464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50"/>
          <p:cNvSpPr txBox="1"/>
          <p:nvPr/>
        </p:nvSpPr>
        <p:spPr>
          <a:xfrm>
            <a:off x="1641786" y="401897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grpSp>
        <p:nvGrpSpPr>
          <p:cNvPr id="3180" name="Google Shape;3180;p50"/>
          <p:cNvGrpSpPr/>
          <p:nvPr/>
        </p:nvGrpSpPr>
        <p:grpSpPr>
          <a:xfrm>
            <a:off x="677438" y="4061753"/>
            <a:ext cx="309700" cy="224238"/>
            <a:chOff x="770743" y="3715228"/>
            <a:chExt cx="309700" cy="224238"/>
          </a:xfrm>
        </p:grpSpPr>
        <p:sp>
          <p:nvSpPr>
            <p:cNvPr id="3181" name="Google Shape;3181;p50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82" name="Google Shape;3182;p50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51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189" name="Google Shape;3189;p51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3190" name="Google Shape;3190;p51"/>
          <p:cNvGraphicFramePr/>
          <p:nvPr/>
        </p:nvGraphicFramePr>
        <p:xfrm>
          <a:off x="3630167" y="1702188"/>
          <a:ext cx="8037550" cy="4031475"/>
        </p:xfrm>
        <a:graphic>
          <a:graphicData uri="http://schemas.openxmlformats.org/drawingml/2006/table">
            <a:tbl>
              <a:tblPr firstRow="1" bandRow="1">
                <a:noFill/>
                <a:tableStyleId>{6A0A28E7-C3DC-4CBE-A5C4-132C253DC8C1}</a:tableStyleId>
              </a:tblPr>
              <a:tblGrid>
                <a:gridCol w="9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100"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Retained earnings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Description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>
                          <a:solidFill>
                            <a:srgbClr val="C55A1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EE5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Cost of 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Sales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1,390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Cleaning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 Feb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Depreciation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54813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rgbClr val="54813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>
                          <a:solidFill>
                            <a:schemeClr val="accent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360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Mar</a:t>
                      </a:r>
                      <a:endParaRPr/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accen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Balance</a:t>
                      </a:r>
                      <a:endParaRPr/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F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121925" marR="121925" marT="60950" marB="60950" anchor="ctr">
                    <a:lnL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2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p52"/>
          <p:cNvSpPr txBox="1"/>
          <p:nvPr/>
        </p:nvSpPr>
        <p:spPr>
          <a:xfrm>
            <a:off x="0" y="1171501"/>
            <a:ext cx="12192000" cy="20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General Ledger to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Trial Balance (</a:t>
            </a:r>
            <a:r>
              <a:rPr lang="ko-KR" altLang="en-US" sz="7200" b="1" dirty="0" err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시산표</a:t>
            </a:r>
            <a:r>
              <a:rPr lang="en-US" altLang="ko-KR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) &amp;</a:t>
            </a: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Financial Statements </a:t>
            </a:r>
            <a:endParaRPr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As of Feb 28, 20xx</a:t>
            </a:r>
            <a:endParaRPr sz="7200" b="1" dirty="0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53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3" name="Google Shape;3203;p53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3204" name="Google Shape;3204;p53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5" name="Google Shape;3205;p53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6" name="Google Shape;3206;p53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207" name="Google Shape;3207;p53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208" name="Google Shape;3208;p53"/>
          <p:cNvCxnSpPr>
            <a:stCxn id="3203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09" name="Google Shape;3209;p53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10" name="Google Shape;3210;p53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211" name="Google Shape;3211;p53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212" name="Google Shape;3212;p53"/>
          <p:cNvSpPr txBox="1"/>
          <p:nvPr/>
        </p:nvSpPr>
        <p:spPr>
          <a:xfrm>
            <a:off x="2596439" y="5457916"/>
            <a:ext cx="159056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sp>
        <p:nvSpPr>
          <p:cNvPr id="3213" name="Google Shape;3213;p53"/>
          <p:cNvSpPr txBox="1"/>
          <p:nvPr/>
        </p:nvSpPr>
        <p:spPr>
          <a:xfrm>
            <a:off x="4306077" y="6215649"/>
            <a:ext cx="160641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sp>
        <p:nvSpPr>
          <p:cNvPr id="3214" name="Google Shape;3214;p53"/>
          <p:cNvSpPr txBox="1"/>
          <p:nvPr/>
        </p:nvSpPr>
        <p:spPr>
          <a:xfrm>
            <a:off x="796515" y="6215649"/>
            <a:ext cx="16036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sp>
        <p:nvSpPr>
          <p:cNvPr id="3215" name="Google Shape;3215;p53"/>
          <p:cNvSpPr txBox="1"/>
          <p:nvPr/>
        </p:nvSpPr>
        <p:spPr>
          <a:xfrm>
            <a:off x="6295758" y="6192000"/>
            <a:ext cx="18427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 (sales)</a:t>
            </a:r>
            <a:endParaRPr/>
          </a:p>
        </p:txBody>
      </p:sp>
      <p:sp>
        <p:nvSpPr>
          <p:cNvPr id="3216" name="Google Shape;3216;p53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3217" name="Google Shape;3217;p53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3218" name="Google Shape;3218;p53"/>
          <p:cNvSpPr txBox="1"/>
          <p:nvPr/>
        </p:nvSpPr>
        <p:spPr>
          <a:xfrm>
            <a:off x="3713366" y="515757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219" name="Google Shape;3219;p53"/>
          <p:cNvSpPr txBox="1"/>
          <p:nvPr/>
        </p:nvSpPr>
        <p:spPr>
          <a:xfrm>
            <a:off x="10785455" y="1718255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220" name="Google Shape;3220;p53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53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222" name="Google Shape;3222;p53"/>
          <p:cNvSpPr txBox="1"/>
          <p:nvPr/>
        </p:nvSpPr>
        <p:spPr>
          <a:xfrm>
            <a:off x="10732895" y="1448255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223" name="Google Shape;3223;p53"/>
          <p:cNvSpPr/>
          <p:nvPr/>
        </p:nvSpPr>
        <p:spPr>
          <a:xfrm>
            <a:off x="10548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53"/>
          <p:cNvSpPr txBox="1"/>
          <p:nvPr/>
        </p:nvSpPr>
        <p:spPr>
          <a:xfrm>
            <a:off x="7429894" y="59050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225" name="Google Shape;3225;p53"/>
          <p:cNvSpPr/>
          <p:nvPr/>
        </p:nvSpPr>
        <p:spPr>
          <a:xfrm rot="10800000">
            <a:off x="6984000" y="59430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53"/>
          <p:cNvSpPr/>
          <p:nvPr/>
        </p:nvSpPr>
        <p:spPr>
          <a:xfrm rot="10800000">
            <a:off x="3096000" y="52084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53"/>
          <p:cNvSpPr txBox="1"/>
          <p:nvPr/>
        </p:nvSpPr>
        <p:spPr>
          <a:xfrm>
            <a:off x="7315968" y="1713373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228" name="Google Shape;3228;p53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53"/>
          <p:cNvSpPr txBox="1"/>
          <p:nvPr/>
        </p:nvSpPr>
        <p:spPr>
          <a:xfrm>
            <a:off x="5305894" y="5917511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230" name="Google Shape;3230;p53"/>
          <p:cNvSpPr/>
          <p:nvPr/>
        </p:nvSpPr>
        <p:spPr>
          <a:xfrm rot="10800000">
            <a:off x="4860000" y="596839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53"/>
          <p:cNvSpPr txBox="1"/>
          <p:nvPr/>
        </p:nvSpPr>
        <p:spPr>
          <a:xfrm>
            <a:off x="7429894" y="5645244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232" name="Google Shape;3232;p53"/>
          <p:cNvSpPr/>
          <p:nvPr/>
        </p:nvSpPr>
        <p:spPr>
          <a:xfrm rot="10800000">
            <a:off x="6984000" y="569537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53"/>
          <p:cNvSpPr txBox="1"/>
          <p:nvPr/>
        </p:nvSpPr>
        <p:spPr>
          <a:xfrm>
            <a:off x="5305894" y="5669673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234" name="Google Shape;3234;p53"/>
          <p:cNvSpPr/>
          <p:nvPr/>
        </p:nvSpPr>
        <p:spPr>
          <a:xfrm rot="10800000">
            <a:off x="4860000" y="572055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53"/>
          <p:cNvSpPr txBox="1"/>
          <p:nvPr/>
        </p:nvSpPr>
        <p:spPr>
          <a:xfrm>
            <a:off x="3599552" y="49226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236" name="Google Shape;3236;p53"/>
          <p:cNvSpPr/>
          <p:nvPr/>
        </p:nvSpPr>
        <p:spPr>
          <a:xfrm rot="10800000">
            <a:off x="3096000" y="497357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53"/>
          <p:cNvSpPr txBox="1"/>
          <p:nvPr/>
        </p:nvSpPr>
        <p:spPr>
          <a:xfrm>
            <a:off x="7487489" y="146263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238" name="Google Shape;3238;p53"/>
          <p:cNvSpPr/>
          <p:nvPr/>
        </p:nvSpPr>
        <p:spPr>
          <a:xfrm rot="10800000">
            <a:off x="6984000" y="14983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53"/>
          <p:cNvSpPr txBox="1"/>
          <p:nvPr/>
        </p:nvSpPr>
        <p:spPr>
          <a:xfrm>
            <a:off x="9285817" y="17155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240" name="Google Shape;3240;p53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53"/>
          <p:cNvSpPr txBox="1"/>
          <p:nvPr/>
        </p:nvSpPr>
        <p:spPr>
          <a:xfrm>
            <a:off x="7543708" y="5375143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242" name="Google Shape;3242;p53"/>
          <p:cNvSpPr/>
          <p:nvPr/>
        </p:nvSpPr>
        <p:spPr>
          <a:xfrm rot="10800000">
            <a:off x="6984000" y="5425275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3" name="Google Shape;3243;p53"/>
          <p:cNvSpPr txBox="1"/>
          <p:nvPr/>
        </p:nvSpPr>
        <p:spPr>
          <a:xfrm>
            <a:off x="8947923" y="1452209"/>
            <a:ext cx="864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244" name="Google Shape;3244;p53"/>
          <p:cNvSpPr/>
          <p:nvPr/>
        </p:nvSpPr>
        <p:spPr>
          <a:xfrm>
            <a:off x="8784000" y="1505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p53"/>
          <p:cNvSpPr txBox="1"/>
          <p:nvPr/>
        </p:nvSpPr>
        <p:spPr>
          <a:xfrm>
            <a:off x="5419708" y="5421150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246" name="Google Shape;3246;p53"/>
          <p:cNvSpPr/>
          <p:nvPr/>
        </p:nvSpPr>
        <p:spPr>
          <a:xfrm rot="10800000">
            <a:off x="4860000" y="54720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53"/>
          <p:cNvSpPr txBox="1"/>
          <p:nvPr/>
        </p:nvSpPr>
        <p:spPr>
          <a:xfrm>
            <a:off x="1816755" y="5920875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248" name="Google Shape;3248;p53"/>
          <p:cNvSpPr/>
          <p:nvPr/>
        </p:nvSpPr>
        <p:spPr>
          <a:xfrm rot="10800000">
            <a:off x="1296000" y="5970849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49" name="Google Shape;3249;p53"/>
          <p:cNvGrpSpPr/>
          <p:nvPr/>
        </p:nvGrpSpPr>
        <p:grpSpPr>
          <a:xfrm>
            <a:off x="10117559" y="1755851"/>
            <a:ext cx="245580" cy="224238"/>
            <a:chOff x="802803" y="3715228"/>
            <a:chExt cx="245580" cy="224238"/>
          </a:xfrm>
        </p:grpSpPr>
        <p:sp>
          <p:nvSpPr>
            <p:cNvPr id="3250" name="Google Shape;3250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1" name="Google Shape;3251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grpSp>
        <p:nvGrpSpPr>
          <p:cNvPr id="3252" name="Google Shape;3252;p53"/>
          <p:cNvGrpSpPr/>
          <p:nvPr/>
        </p:nvGrpSpPr>
        <p:grpSpPr>
          <a:xfrm>
            <a:off x="10116000" y="3705581"/>
            <a:ext cx="245580" cy="224238"/>
            <a:chOff x="802803" y="3715228"/>
            <a:chExt cx="245580" cy="224238"/>
          </a:xfrm>
        </p:grpSpPr>
        <p:sp>
          <p:nvSpPr>
            <p:cNvPr id="3253" name="Google Shape;3253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4" name="Google Shape;3254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255" name="Google Shape;3255;p53"/>
          <p:cNvGrpSpPr/>
          <p:nvPr/>
        </p:nvGrpSpPr>
        <p:grpSpPr>
          <a:xfrm>
            <a:off x="10117837" y="1489299"/>
            <a:ext cx="245580" cy="224238"/>
            <a:chOff x="802803" y="3715228"/>
            <a:chExt cx="245580" cy="224238"/>
          </a:xfrm>
        </p:grpSpPr>
        <p:sp>
          <p:nvSpPr>
            <p:cNvPr id="3256" name="Google Shape;325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7" name="Google Shape;3257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3258" name="Google Shape;3258;p53"/>
          <p:cNvGrpSpPr/>
          <p:nvPr/>
        </p:nvGrpSpPr>
        <p:grpSpPr>
          <a:xfrm>
            <a:off x="6553087" y="1741845"/>
            <a:ext cx="245580" cy="224238"/>
            <a:chOff x="802803" y="3715228"/>
            <a:chExt cx="245580" cy="224238"/>
          </a:xfrm>
        </p:grpSpPr>
        <p:sp>
          <p:nvSpPr>
            <p:cNvPr id="3259" name="Google Shape;3259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0" name="Google Shape;3260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3261" name="Google Shape;3261;p53"/>
          <p:cNvGrpSpPr/>
          <p:nvPr/>
        </p:nvGrpSpPr>
        <p:grpSpPr>
          <a:xfrm>
            <a:off x="6484980" y="5931080"/>
            <a:ext cx="300082" cy="224238"/>
            <a:chOff x="775552" y="3715228"/>
            <a:chExt cx="300082" cy="224238"/>
          </a:xfrm>
        </p:grpSpPr>
        <p:sp>
          <p:nvSpPr>
            <p:cNvPr id="3262" name="Google Shape;3262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3" name="Google Shape;3263;p5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264" name="Google Shape;3264;p53"/>
          <p:cNvGrpSpPr/>
          <p:nvPr/>
        </p:nvGrpSpPr>
        <p:grpSpPr>
          <a:xfrm>
            <a:off x="4372912" y="5963649"/>
            <a:ext cx="309700" cy="224238"/>
            <a:chOff x="770743" y="3715228"/>
            <a:chExt cx="309700" cy="224238"/>
          </a:xfrm>
        </p:grpSpPr>
        <p:sp>
          <p:nvSpPr>
            <p:cNvPr id="3265" name="Google Shape;326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6" name="Google Shape;3266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3267" name="Google Shape;3267;p53"/>
          <p:cNvGrpSpPr/>
          <p:nvPr/>
        </p:nvGrpSpPr>
        <p:grpSpPr>
          <a:xfrm>
            <a:off x="4377396" y="5704844"/>
            <a:ext cx="309700" cy="224238"/>
            <a:chOff x="770743" y="3715228"/>
            <a:chExt cx="309700" cy="224238"/>
          </a:xfrm>
        </p:grpSpPr>
        <p:sp>
          <p:nvSpPr>
            <p:cNvPr id="3268" name="Google Shape;3268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9" name="Google Shape;3269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3270" name="Google Shape;3270;p53"/>
          <p:cNvGrpSpPr/>
          <p:nvPr/>
        </p:nvGrpSpPr>
        <p:grpSpPr>
          <a:xfrm>
            <a:off x="4345727" y="5456282"/>
            <a:ext cx="370614" cy="347348"/>
            <a:chOff x="740286" y="3715228"/>
            <a:chExt cx="370614" cy="347348"/>
          </a:xfrm>
        </p:grpSpPr>
        <p:sp>
          <p:nvSpPr>
            <p:cNvPr id="3271" name="Google Shape;3271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2" name="Google Shape;3272;p53"/>
            <p:cNvSpPr/>
            <p:nvPr/>
          </p:nvSpPr>
          <p:spPr>
            <a:xfrm>
              <a:off x="740286" y="3724022"/>
              <a:ext cx="3706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273" name="Google Shape;3273;p53"/>
          <p:cNvGrpSpPr/>
          <p:nvPr/>
        </p:nvGrpSpPr>
        <p:grpSpPr>
          <a:xfrm>
            <a:off x="6484980" y="5676798"/>
            <a:ext cx="300082" cy="224238"/>
            <a:chOff x="775552" y="3715228"/>
            <a:chExt cx="300082" cy="224238"/>
          </a:xfrm>
        </p:grpSpPr>
        <p:sp>
          <p:nvSpPr>
            <p:cNvPr id="3274" name="Google Shape;3274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5" name="Google Shape;3275;p5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3276" name="Google Shape;3276;p53"/>
          <p:cNvGrpSpPr/>
          <p:nvPr/>
        </p:nvGrpSpPr>
        <p:grpSpPr>
          <a:xfrm>
            <a:off x="6448807" y="5416132"/>
            <a:ext cx="360996" cy="224238"/>
            <a:chOff x="736857" y="3715228"/>
            <a:chExt cx="360996" cy="224238"/>
          </a:xfrm>
        </p:grpSpPr>
        <p:sp>
          <p:nvSpPr>
            <p:cNvPr id="3277" name="Google Shape;3277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8" name="Google Shape;3278;p5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3279" name="Google Shape;3279;p53"/>
          <p:cNvGrpSpPr/>
          <p:nvPr/>
        </p:nvGrpSpPr>
        <p:grpSpPr>
          <a:xfrm>
            <a:off x="2681463" y="5183739"/>
            <a:ext cx="245580" cy="224238"/>
            <a:chOff x="802803" y="3715228"/>
            <a:chExt cx="245580" cy="224238"/>
          </a:xfrm>
        </p:grpSpPr>
        <p:sp>
          <p:nvSpPr>
            <p:cNvPr id="3280" name="Google Shape;3280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1" name="Google Shape;3281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282" name="Google Shape;3282;p53"/>
          <p:cNvGrpSpPr/>
          <p:nvPr/>
        </p:nvGrpSpPr>
        <p:grpSpPr>
          <a:xfrm>
            <a:off x="2680630" y="4942867"/>
            <a:ext cx="245580" cy="224238"/>
            <a:chOff x="802803" y="3715228"/>
            <a:chExt cx="245580" cy="224238"/>
          </a:xfrm>
        </p:grpSpPr>
        <p:sp>
          <p:nvSpPr>
            <p:cNvPr id="3283" name="Google Shape;3283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4" name="Google Shape;3284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3285" name="Google Shape;3285;p53"/>
          <p:cNvGrpSpPr/>
          <p:nvPr/>
        </p:nvGrpSpPr>
        <p:grpSpPr>
          <a:xfrm>
            <a:off x="6550922" y="1481480"/>
            <a:ext cx="245580" cy="224238"/>
            <a:chOff x="802803" y="3715228"/>
            <a:chExt cx="245580" cy="224238"/>
          </a:xfrm>
        </p:grpSpPr>
        <p:sp>
          <p:nvSpPr>
            <p:cNvPr id="3286" name="Google Shape;328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7" name="Google Shape;3287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  <a:endParaRPr/>
            </a:p>
          </p:txBody>
        </p:sp>
      </p:grpSp>
      <p:grpSp>
        <p:nvGrpSpPr>
          <p:cNvPr id="3288" name="Google Shape;3288;p53"/>
          <p:cNvGrpSpPr/>
          <p:nvPr/>
        </p:nvGrpSpPr>
        <p:grpSpPr>
          <a:xfrm>
            <a:off x="8311967" y="1742779"/>
            <a:ext cx="309700" cy="224238"/>
            <a:chOff x="770743" y="3715228"/>
            <a:chExt cx="309700" cy="224238"/>
          </a:xfrm>
        </p:grpSpPr>
        <p:sp>
          <p:nvSpPr>
            <p:cNvPr id="3289" name="Google Shape;3289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0" name="Google Shape;3290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3291" name="Google Shape;3291;p53"/>
          <p:cNvGrpSpPr/>
          <p:nvPr/>
        </p:nvGrpSpPr>
        <p:grpSpPr>
          <a:xfrm>
            <a:off x="8280687" y="1478795"/>
            <a:ext cx="360996" cy="224238"/>
            <a:chOff x="736857" y="3715228"/>
            <a:chExt cx="360996" cy="224238"/>
          </a:xfrm>
        </p:grpSpPr>
        <p:sp>
          <p:nvSpPr>
            <p:cNvPr id="3292" name="Google Shape;3292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3" name="Google Shape;3293;p53"/>
            <p:cNvSpPr/>
            <p:nvPr/>
          </p:nvSpPr>
          <p:spPr>
            <a:xfrm>
              <a:off x="736857" y="3724022"/>
              <a:ext cx="360996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12a</a:t>
              </a:r>
              <a:endParaRPr/>
            </a:p>
          </p:txBody>
        </p:sp>
      </p:grpSp>
      <p:grpSp>
        <p:nvGrpSpPr>
          <p:cNvPr id="3294" name="Google Shape;3294;p53"/>
          <p:cNvGrpSpPr/>
          <p:nvPr/>
        </p:nvGrpSpPr>
        <p:grpSpPr>
          <a:xfrm>
            <a:off x="852407" y="5963649"/>
            <a:ext cx="309700" cy="224238"/>
            <a:chOff x="770743" y="3715228"/>
            <a:chExt cx="309700" cy="224238"/>
          </a:xfrm>
        </p:grpSpPr>
        <p:sp>
          <p:nvSpPr>
            <p:cNvPr id="3295" name="Google Shape;329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6" name="Google Shape;3296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sp>
        <p:nvSpPr>
          <p:cNvPr id="3297" name="Google Shape;3297;p53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3298" name="Google Shape;3298;p53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299" name="Google Shape;3299;p53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3300" name="Google Shape;3300;p53"/>
          <p:cNvGrpSpPr/>
          <p:nvPr/>
        </p:nvGrpSpPr>
        <p:grpSpPr>
          <a:xfrm>
            <a:off x="2556000" y="4699250"/>
            <a:ext cx="1620000" cy="808150"/>
            <a:chOff x="3810000" y="2381250"/>
            <a:chExt cx="1390650" cy="1230631"/>
          </a:xfrm>
        </p:grpSpPr>
        <p:sp>
          <p:nvSpPr>
            <p:cNvPr id="3301" name="Google Shape;3301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2" name="Google Shape;3302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03" name="Google Shape;3303;p53"/>
          <p:cNvGrpSpPr/>
          <p:nvPr/>
        </p:nvGrpSpPr>
        <p:grpSpPr>
          <a:xfrm>
            <a:off x="788356" y="5642329"/>
            <a:ext cx="1620000" cy="613673"/>
            <a:chOff x="3810000" y="2381250"/>
            <a:chExt cx="1390650" cy="1230631"/>
          </a:xfrm>
        </p:grpSpPr>
        <p:sp>
          <p:nvSpPr>
            <p:cNvPr id="3304" name="Google Shape;3304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5" name="Google Shape;3305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06" name="Google Shape;3306;p53"/>
          <p:cNvGrpSpPr/>
          <p:nvPr/>
        </p:nvGrpSpPr>
        <p:grpSpPr>
          <a:xfrm>
            <a:off x="4292494" y="5147892"/>
            <a:ext cx="1620000" cy="1120414"/>
            <a:chOff x="3810000" y="2015069"/>
            <a:chExt cx="1390650" cy="1596814"/>
          </a:xfrm>
        </p:grpSpPr>
        <p:sp>
          <p:nvSpPr>
            <p:cNvPr id="3307" name="Google Shape;3307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8" name="Google Shape;3308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09" name="Google Shape;3309;p53"/>
          <p:cNvGrpSpPr/>
          <p:nvPr/>
        </p:nvGrpSpPr>
        <p:grpSpPr>
          <a:xfrm>
            <a:off x="6382456" y="5125053"/>
            <a:ext cx="1620000" cy="1119603"/>
            <a:chOff x="3810000" y="2015069"/>
            <a:chExt cx="1390650" cy="1596814"/>
          </a:xfrm>
        </p:grpSpPr>
        <p:sp>
          <p:nvSpPr>
            <p:cNvPr id="3310" name="Google Shape;3310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1" name="Google Shape;3311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12" name="Google Shape;3312;p53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3313" name="Google Shape;3313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4" name="Google Shape;3314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15" name="Google Shape;3315;p53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3316" name="Google Shape;3316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7" name="Google Shape;3317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18" name="Google Shape;3318;p53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3319" name="Google Shape;3319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0" name="Google Shape;3320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21" name="Google Shape;3321;p53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3322" name="Google Shape;3322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3" name="Google Shape;3323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24" name="Google Shape;3324;p53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53"/>
          <p:cNvSpPr txBox="1"/>
          <p:nvPr/>
        </p:nvSpPr>
        <p:spPr>
          <a:xfrm>
            <a:off x="8232114" y="3986890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 &amp; loss</a:t>
            </a:r>
            <a:endParaRPr/>
          </a:p>
        </p:txBody>
      </p:sp>
      <p:grpSp>
        <p:nvGrpSpPr>
          <p:cNvPr id="3326" name="Google Shape;3326;p53"/>
          <p:cNvGrpSpPr/>
          <p:nvPr/>
        </p:nvGrpSpPr>
        <p:grpSpPr>
          <a:xfrm>
            <a:off x="8189131" y="2819215"/>
            <a:ext cx="1620000" cy="1199050"/>
            <a:chOff x="3810000" y="2015069"/>
            <a:chExt cx="1390650" cy="1596814"/>
          </a:xfrm>
        </p:grpSpPr>
        <p:sp>
          <p:nvSpPr>
            <p:cNvPr id="3327" name="Google Shape;3327;p53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8" name="Google Shape;3328;p53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29" name="Google Shape;3329;p53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3330" name="Google Shape;3330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31" name="Google Shape;3331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32" name="Google Shape;3332;p53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3333" name="Google Shape;3333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34" name="Google Shape;3334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35" name="Google Shape;3335;p53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3336" name="Google Shape;3336;p53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3337" name="Google Shape;3337;p53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3338" name="Google Shape;3338;p53"/>
          <p:cNvSpPr txBox="1"/>
          <p:nvPr/>
        </p:nvSpPr>
        <p:spPr>
          <a:xfrm>
            <a:off x="4984560" y="3610092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339" name="Google Shape;3339;p53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340" name="Google Shape;3340;p53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1" name="Google Shape;3341;p53"/>
          <p:cNvSpPr txBox="1"/>
          <p:nvPr/>
        </p:nvSpPr>
        <p:spPr>
          <a:xfrm>
            <a:off x="5269894" y="336508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342" name="Google Shape;3342;p53"/>
          <p:cNvSpPr/>
          <p:nvPr/>
        </p:nvSpPr>
        <p:spPr>
          <a:xfrm>
            <a:off x="4824000" y="342934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53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4" name="Google Shape;3344;p53"/>
          <p:cNvSpPr txBox="1"/>
          <p:nvPr/>
        </p:nvSpPr>
        <p:spPr>
          <a:xfrm>
            <a:off x="5269894" y="122206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345" name="Google Shape;3345;p53"/>
          <p:cNvSpPr/>
          <p:nvPr/>
        </p:nvSpPr>
        <p:spPr>
          <a:xfrm rot="10800000">
            <a:off x="4824771" y="12633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6" name="Google Shape;3346;p53"/>
          <p:cNvSpPr txBox="1"/>
          <p:nvPr/>
        </p:nvSpPr>
        <p:spPr>
          <a:xfrm>
            <a:off x="5269894" y="311806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</p:txBody>
      </p:sp>
      <p:sp>
        <p:nvSpPr>
          <p:cNvPr id="3347" name="Google Shape;3347;p53"/>
          <p:cNvSpPr/>
          <p:nvPr/>
        </p:nvSpPr>
        <p:spPr>
          <a:xfrm>
            <a:off x="4824000" y="3182321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53"/>
          <p:cNvSpPr txBox="1"/>
          <p:nvPr/>
        </p:nvSpPr>
        <p:spPr>
          <a:xfrm>
            <a:off x="5269894" y="965882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349" name="Google Shape;3349;p53"/>
          <p:cNvSpPr/>
          <p:nvPr/>
        </p:nvSpPr>
        <p:spPr>
          <a:xfrm>
            <a:off x="4825605" y="10220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0" name="Google Shape;3350;p53"/>
          <p:cNvSpPr txBox="1"/>
          <p:nvPr/>
        </p:nvSpPr>
        <p:spPr>
          <a:xfrm>
            <a:off x="5383708" y="2869537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351" name="Google Shape;3351;p53"/>
          <p:cNvSpPr/>
          <p:nvPr/>
        </p:nvSpPr>
        <p:spPr>
          <a:xfrm>
            <a:off x="4824000" y="293379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53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353" name="Google Shape;3353;p53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4" name="Google Shape;3354;p53"/>
          <p:cNvGrpSpPr/>
          <p:nvPr/>
        </p:nvGrpSpPr>
        <p:grpSpPr>
          <a:xfrm>
            <a:off x="784605" y="3629276"/>
            <a:ext cx="245580" cy="224238"/>
            <a:chOff x="802803" y="3715228"/>
            <a:chExt cx="245580" cy="224238"/>
          </a:xfrm>
        </p:grpSpPr>
        <p:sp>
          <p:nvSpPr>
            <p:cNvPr id="3355" name="Google Shape;335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6" name="Google Shape;3356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  <a:endParaRPr/>
            </a:p>
          </p:txBody>
        </p:sp>
      </p:grpSp>
      <p:grpSp>
        <p:nvGrpSpPr>
          <p:cNvPr id="3357" name="Google Shape;3357;p53"/>
          <p:cNvGrpSpPr/>
          <p:nvPr/>
        </p:nvGrpSpPr>
        <p:grpSpPr>
          <a:xfrm>
            <a:off x="4359077" y="3641899"/>
            <a:ext cx="245580" cy="224238"/>
            <a:chOff x="802803" y="3715228"/>
            <a:chExt cx="245580" cy="224238"/>
          </a:xfrm>
        </p:grpSpPr>
        <p:sp>
          <p:nvSpPr>
            <p:cNvPr id="3358" name="Google Shape;3358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9" name="Google Shape;3359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3360" name="Google Shape;3360;p53"/>
          <p:cNvGrpSpPr/>
          <p:nvPr/>
        </p:nvGrpSpPr>
        <p:grpSpPr>
          <a:xfrm>
            <a:off x="4325561" y="3388584"/>
            <a:ext cx="309700" cy="224238"/>
            <a:chOff x="770743" y="3715228"/>
            <a:chExt cx="309700" cy="224238"/>
          </a:xfrm>
        </p:grpSpPr>
        <p:sp>
          <p:nvSpPr>
            <p:cNvPr id="3361" name="Google Shape;3361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2" name="Google Shape;3362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6b</a:t>
              </a:r>
              <a:endParaRPr/>
            </a:p>
          </p:txBody>
        </p:sp>
      </p:grpSp>
      <p:grpSp>
        <p:nvGrpSpPr>
          <p:cNvPr id="3363" name="Google Shape;3363;p53"/>
          <p:cNvGrpSpPr/>
          <p:nvPr/>
        </p:nvGrpSpPr>
        <p:grpSpPr>
          <a:xfrm>
            <a:off x="4330045" y="3136880"/>
            <a:ext cx="309700" cy="224238"/>
            <a:chOff x="770743" y="3715228"/>
            <a:chExt cx="309700" cy="224238"/>
          </a:xfrm>
        </p:grpSpPr>
        <p:sp>
          <p:nvSpPr>
            <p:cNvPr id="3364" name="Google Shape;3364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5" name="Google Shape;3365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8b</a:t>
              </a:r>
              <a:endParaRPr/>
            </a:p>
          </p:txBody>
        </p:sp>
      </p:grpSp>
      <p:grpSp>
        <p:nvGrpSpPr>
          <p:cNvPr id="3366" name="Google Shape;3366;p53"/>
          <p:cNvGrpSpPr/>
          <p:nvPr/>
        </p:nvGrpSpPr>
        <p:grpSpPr>
          <a:xfrm>
            <a:off x="4298376" y="2880000"/>
            <a:ext cx="368899" cy="223200"/>
            <a:chOff x="740286" y="3715228"/>
            <a:chExt cx="370615" cy="224238"/>
          </a:xfrm>
        </p:grpSpPr>
        <p:sp>
          <p:nvSpPr>
            <p:cNvPr id="3367" name="Google Shape;3367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8" name="Google Shape;3368;p53"/>
            <p:cNvSpPr/>
            <p:nvPr/>
          </p:nvSpPr>
          <p:spPr>
            <a:xfrm>
              <a:off x="740286" y="3724022"/>
              <a:ext cx="370615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12b</a:t>
              </a:r>
              <a:endParaRPr/>
            </a:p>
          </p:txBody>
        </p:sp>
      </p:grpSp>
      <p:grpSp>
        <p:nvGrpSpPr>
          <p:cNvPr id="3369" name="Google Shape;3369;p53"/>
          <p:cNvGrpSpPr/>
          <p:nvPr/>
        </p:nvGrpSpPr>
        <p:grpSpPr>
          <a:xfrm>
            <a:off x="4322372" y="1240114"/>
            <a:ext cx="300082" cy="224238"/>
            <a:chOff x="775552" y="3715228"/>
            <a:chExt cx="300082" cy="224238"/>
          </a:xfrm>
        </p:grpSpPr>
        <p:sp>
          <p:nvSpPr>
            <p:cNvPr id="3370" name="Google Shape;3370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1" name="Google Shape;3371;p53"/>
            <p:cNvSpPr/>
            <p:nvPr/>
          </p:nvSpPr>
          <p:spPr>
            <a:xfrm>
              <a:off x="775552" y="3724022"/>
              <a:ext cx="300082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8a</a:t>
              </a:r>
              <a:endParaRPr/>
            </a:p>
          </p:txBody>
        </p:sp>
      </p:grpSp>
      <p:grpSp>
        <p:nvGrpSpPr>
          <p:cNvPr id="3372" name="Google Shape;3372;p53"/>
          <p:cNvGrpSpPr/>
          <p:nvPr/>
        </p:nvGrpSpPr>
        <p:grpSpPr>
          <a:xfrm>
            <a:off x="4319927" y="983503"/>
            <a:ext cx="309700" cy="224238"/>
            <a:chOff x="770743" y="3715228"/>
            <a:chExt cx="309700" cy="224238"/>
          </a:xfrm>
        </p:grpSpPr>
        <p:sp>
          <p:nvSpPr>
            <p:cNvPr id="3373" name="Google Shape;3373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4" name="Google Shape;3374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3375" name="Google Shape;3375;p53"/>
          <p:cNvGrpSpPr/>
          <p:nvPr/>
        </p:nvGrpSpPr>
        <p:grpSpPr>
          <a:xfrm>
            <a:off x="4317141" y="2187210"/>
            <a:ext cx="309700" cy="224238"/>
            <a:chOff x="762505" y="3715228"/>
            <a:chExt cx="309700" cy="224238"/>
          </a:xfrm>
        </p:grpSpPr>
        <p:sp>
          <p:nvSpPr>
            <p:cNvPr id="3376" name="Google Shape;337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7" name="Google Shape;3377;p53"/>
            <p:cNvSpPr/>
            <p:nvPr/>
          </p:nvSpPr>
          <p:spPr>
            <a:xfrm>
              <a:off x="762505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sp>
        <p:nvSpPr>
          <p:cNvPr id="3378" name="Google Shape;3378;p53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379" name="Google Shape;3379;p53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3380" name="Google Shape;3380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1" name="Google Shape;3381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82" name="Google Shape;3382;p53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3383" name="Google Shape;3383;p53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384" name="Google Shape;3384;p53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5" name="Google Shape;3385;p53"/>
          <p:cNvGrpSpPr/>
          <p:nvPr/>
        </p:nvGrpSpPr>
        <p:grpSpPr>
          <a:xfrm>
            <a:off x="752976" y="2511750"/>
            <a:ext cx="309700" cy="224238"/>
            <a:chOff x="770743" y="3715228"/>
            <a:chExt cx="309700" cy="224238"/>
          </a:xfrm>
        </p:grpSpPr>
        <p:sp>
          <p:nvSpPr>
            <p:cNvPr id="3386" name="Google Shape;3386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87" name="Google Shape;3387;p53"/>
            <p:cNvSpPr/>
            <p:nvPr/>
          </p:nvSpPr>
          <p:spPr>
            <a:xfrm>
              <a:off x="770743" y="3724022"/>
              <a:ext cx="30970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14</a:t>
              </a:r>
              <a:endParaRPr/>
            </a:p>
          </p:txBody>
        </p:sp>
      </p:grpSp>
      <p:grpSp>
        <p:nvGrpSpPr>
          <p:cNvPr id="3388" name="Google Shape;3388;p53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3389" name="Google Shape;3389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90" name="Google Shape;3390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91" name="Google Shape;3391;p53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3392" name="Google Shape;3392;p53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93" name="Google Shape;3393;p53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394" name="Google Shape;3394;p53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3395" name="Google Shape;3395;p53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96" name="Google Shape;3396;p53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397" name="Google Shape;3397;p53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398" name="Google Shape;3398;p53"/>
          <p:cNvSpPr txBox="1"/>
          <p:nvPr/>
        </p:nvSpPr>
        <p:spPr>
          <a:xfrm>
            <a:off x="3184560" y="361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399" name="Google Shape;3399;p53"/>
          <p:cNvSpPr txBox="1"/>
          <p:nvPr/>
        </p:nvSpPr>
        <p:spPr>
          <a:xfrm>
            <a:off x="3184560" y="334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00" name="Google Shape;3400;p53"/>
          <p:cNvSpPr txBox="1"/>
          <p:nvPr/>
        </p:nvSpPr>
        <p:spPr>
          <a:xfrm>
            <a:off x="3298373" y="3074709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401" name="Google Shape;3401;p53"/>
          <p:cNvSpPr txBox="1"/>
          <p:nvPr/>
        </p:nvSpPr>
        <p:spPr>
          <a:xfrm>
            <a:off x="3469894" y="253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</p:txBody>
      </p:sp>
      <p:sp>
        <p:nvSpPr>
          <p:cNvPr id="3402" name="Google Shape;3402;p53"/>
          <p:cNvSpPr txBox="1"/>
          <p:nvPr/>
        </p:nvSpPr>
        <p:spPr>
          <a:xfrm>
            <a:off x="3583708" y="2264709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</p:txBody>
      </p:sp>
      <p:sp>
        <p:nvSpPr>
          <p:cNvPr id="3403" name="Google Shape;3403;p53"/>
          <p:cNvSpPr txBox="1"/>
          <p:nvPr/>
        </p:nvSpPr>
        <p:spPr>
          <a:xfrm>
            <a:off x="3469894" y="172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</p:txBody>
      </p:sp>
      <p:sp>
        <p:nvSpPr>
          <p:cNvPr id="3404" name="Google Shape;3404;p53"/>
          <p:cNvSpPr txBox="1"/>
          <p:nvPr/>
        </p:nvSpPr>
        <p:spPr>
          <a:xfrm>
            <a:off x="3469894" y="145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405" name="Google Shape;3405;p53"/>
          <p:cNvSpPr txBox="1"/>
          <p:nvPr/>
        </p:nvSpPr>
        <p:spPr>
          <a:xfrm>
            <a:off x="3184560" y="280470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406" name="Google Shape;3406;p53"/>
          <p:cNvSpPr/>
          <p:nvPr/>
        </p:nvSpPr>
        <p:spPr>
          <a:xfrm>
            <a:off x="3011371" y="152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53"/>
          <p:cNvSpPr/>
          <p:nvPr/>
        </p:nvSpPr>
        <p:spPr>
          <a:xfrm rot="10800000">
            <a:off x="3011371" y="177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53"/>
          <p:cNvSpPr/>
          <p:nvPr/>
        </p:nvSpPr>
        <p:spPr>
          <a:xfrm>
            <a:off x="3011371" y="233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53"/>
          <p:cNvSpPr/>
          <p:nvPr/>
        </p:nvSpPr>
        <p:spPr>
          <a:xfrm rot="10800000">
            <a:off x="3011371" y="258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53"/>
          <p:cNvSpPr/>
          <p:nvPr/>
        </p:nvSpPr>
        <p:spPr>
          <a:xfrm>
            <a:off x="3011371" y="287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53"/>
          <p:cNvSpPr/>
          <p:nvPr/>
        </p:nvSpPr>
        <p:spPr>
          <a:xfrm>
            <a:off x="3011371" y="31467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2" name="Google Shape;3412;p53"/>
          <p:cNvSpPr/>
          <p:nvPr/>
        </p:nvSpPr>
        <p:spPr>
          <a:xfrm rot="10800000">
            <a:off x="3011371" y="339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53"/>
          <p:cNvSpPr/>
          <p:nvPr/>
        </p:nvSpPr>
        <p:spPr>
          <a:xfrm rot="10800000">
            <a:off x="3011371" y="366403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53"/>
          <p:cNvSpPr txBox="1"/>
          <p:nvPr/>
        </p:nvSpPr>
        <p:spPr>
          <a:xfrm>
            <a:off x="3469894" y="199470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415" name="Google Shape;3415;p53"/>
          <p:cNvSpPr/>
          <p:nvPr/>
        </p:nvSpPr>
        <p:spPr>
          <a:xfrm rot="10800000">
            <a:off x="3007666" y="204993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6" name="Google Shape;3416;p53"/>
          <p:cNvGrpSpPr/>
          <p:nvPr/>
        </p:nvGrpSpPr>
        <p:grpSpPr>
          <a:xfrm>
            <a:off x="2528691" y="1497833"/>
            <a:ext cx="309700" cy="223917"/>
            <a:chOff x="756599" y="3715226"/>
            <a:chExt cx="321512" cy="232457"/>
          </a:xfrm>
        </p:grpSpPr>
        <p:sp>
          <p:nvSpPr>
            <p:cNvPr id="3417" name="Google Shape;3417;p5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18" name="Google Shape;3418;p5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13</a:t>
              </a:r>
              <a:endParaRPr/>
            </a:p>
          </p:txBody>
        </p:sp>
      </p:grpSp>
      <p:grpSp>
        <p:nvGrpSpPr>
          <p:cNvPr id="3419" name="Google Shape;3419;p53"/>
          <p:cNvGrpSpPr/>
          <p:nvPr/>
        </p:nvGrpSpPr>
        <p:grpSpPr>
          <a:xfrm>
            <a:off x="2528691" y="1763611"/>
            <a:ext cx="309700" cy="223916"/>
            <a:chOff x="756599" y="3715227"/>
            <a:chExt cx="321512" cy="232456"/>
          </a:xfrm>
        </p:grpSpPr>
        <p:sp>
          <p:nvSpPr>
            <p:cNvPr id="3420" name="Google Shape;3420;p5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1" name="Google Shape;3421;p5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11</a:t>
              </a:r>
              <a:endParaRPr/>
            </a:p>
          </p:txBody>
        </p:sp>
      </p:grpSp>
      <p:grpSp>
        <p:nvGrpSpPr>
          <p:cNvPr id="3422" name="Google Shape;3422;p53"/>
          <p:cNvGrpSpPr/>
          <p:nvPr/>
        </p:nvGrpSpPr>
        <p:grpSpPr>
          <a:xfrm>
            <a:off x="2528691" y="2037441"/>
            <a:ext cx="309700" cy="223916"/>
            <a:chOff x="756599" y="3715227"/>
            <a:chExt cx="321512" cy="232456"/>
          </a:xfrm>
        </p:grpSpPr>
        <p:sp>
          <p:nvSpPr>
            <p:cNvPr id="3423" name="Google Shape;3423;p5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4" name="Google Shape;3424;p53"/>
            <p:cNvSpPr/>
            <p:nvPr/>
          </p:nvSpPr>
          <p:spPr>
            <a:xfrm>
              <a:off x="756599" y="3724022"/>
              <a:ext cx="321512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  <a:endParaRPr/>
            </a:p>
          </p:txBody>
        </p:sp>
      </p:grpSp>
      <p:grpSp>
        <p:nvGrpSpPr>
          <p:cNvPr id="3425" name="Google Shape;3425;p53"/>
          <p:cNvGrpSpPr/>
          <p:nvPr/>
        </p:nvGrpSpPr>
        <p:grpSpPr>
          <a:xfrm>
            <a:off x="2568712" y="2307277"/>
            <a:ext cx="247184" cy="223916"/>
            <a:chOff x="797287" y="3715227"/>
            <a:chExt cx="256611" cy="232456"/>
          </a:xfrm>
        </p:grpSpPr>
        <p:sp>
          <p:nvSpPr>
            <p:cNvPr id="3426" name="Google Shape;3426;p53"/>
            <p:cNvSpPr/>
            <p:nvPr/>
          </p:nvSpPr>
          <p:spPr>
            <a:xfrm>
              <a:off x="810780" y="3715227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7" name="Google Shape;3427;p53"/>
            <p:cNvSpPr/>
            <p:nvPr/>
          </p:nvSpPr>
          <p:spPr>
            <a:xfrm>
              <a:off x="797287" y="3724022"/>
              <a:ext cx="256611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  <a:endParaRPr/>
            </a:p>
          </p:txBody>
        </p:sp>
      </p:grpSp>
      <p:grpSp>
        <p:nvGrpSpPr>
          <p:cNvPr id="3428" name="Google Shape;3428;p53"/>
          <p:cNvGrpSpPr/>
          <p:nvPr/>
        </p:nvGrpSpPr>
        <p:grpSpPr>
          <a:xfrm>
            <a:off x="2530414" y="2567405"/>
            <a:ext cx="300083" cy="223917"/>
            <a:chOff x="761592" y="3715226"/>
            <a:chExt cx="311527" cy="232457"/>
          </a:xfrm>
        </p:grpSpPr>
        <p:sp>
          <p:nvSpPr>
            <p:cNvPr id="3429" name="Google Shape;3429;p53"/>
            <p:cNvSpPr/>
            <p:nvPr/>
          </p:nvSpPr>
          <p:spPr>
            <a:xfrm>
              <a:off x="810780" y="3715226"/>
              <a:ext cx="224238" cy="224238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0" name="Google Shape;3430;p53"/>
            <p:cNvSpPr/>
            <p:nvPr/>
          </p:nvSpPr>
          <p:spPr>
            <a:xfrm>
              <a:off x="761592" y="3724022"/>
              <a:ext cx="311527" cy="223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6a</a:t>
              </a:r>
              <a:endParaRPr/>
            </a:p>
          </p:txBody>
        </p:sp>
      </p:grpSp>
      <p:grpSp>
        <p:nvGrpSpPr>
          <p:cNvPr id="3431" name="Google Shape;3431;p53"/>
          <p:cNvGrpSpPr/>
          <p:nvPr/>
        </p:nvGrpSpPr>
        <p:grpSpPr>
          <a:xfrm>
            <a:off x="2574025" y="2841900"/>
            <a:ext cx="245580" cy="224238"/>
            <a:chOff x="802803" y="3715228"/>
            <a:chExt cx="245580" cy="224238"/>
          </a:xfrm>
        </p:grpSpPr>
        <p:sp>
          <p:nvSpPr>
            <p:cNvPr id="3432" name="Google Shape;3432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3" name="Google Shape;3433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  <a:endParaRPr/>
            </a:p>
          </p:txBody>
        </p:sp>
      </p:grpSp>
      <p:grpSp>
        <p:nvGrpSpPr>
          <p:cNvPr id="3434" name="Google Shape;3434;p53"/>
          <p:cNvGrpSpPr/>
          <p:nvPr/>
        </p:nvGrpSpPr>
        <p:grpSpPr>
          <a:xfrm>
            <a:off x="2574025" y="3121887"/>
            <a:ext cx="245580" cy="224238"/>
            <a:chOff x="802803" y="3715228"/>
            <a:chExt cx="245580" cy="224238"/>
          </a:xfrm>
        </p:grpSpPr>
        <p:sp>
          <p:nvSpPr>
            <p:cNvPr id="3435" name="Google Shape;3435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6" name="Google Shape;3436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/>
            </a:p>
          </p:txBody>
        </p:sp>
      </p:grpSp>
      <p:grpSp>
        <p:nvGrpSpPr>
          <p:cNvPr id="3437" name="Google Shape;3437;p53"/>
          <p:cNvGrpSpPr/>
          <p:nvPr/>
        </p:nvGrpSpPr>
        <p:grpSpPr>
          <a:xfrm>
            <a:off x="2574025" y="3385828"/>
            <a:ext cx="245580" cy="224238"/>
            <a:chOff x="802803" y="3715228"/>
            <a:chExt cx="245580" cy="224238"/>
          </a:xfrm>
        </p:grpSpPr>
        <p:sp>
          <p:nvSpPr>
            <p:cNvPr id="3438" name="Google Shape;3438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9" name="Google Shape;3439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/>
            </a:p>
          </p:txBody>
        </p:sp>
      </p:grpSp>
      <p:grpSp>
        <p:nvGrpSpPr>
          <p:cNvPr id="3440" name="Google Shape;3440;p53"/>
          <p:cNvGrpSpPr/>
          <p:nvPr/>
        </p:nvGrpSpPr>
        <p:grpSpPr>
          <a:xfrm>
            <a:off x="2574025" y="3649299"/>
            <a:ext cx="245580" cy="224238"/>
            <a:chOff x="802803" y="3715228"/>
            <a:chExt cx="245580" cy="224238"/>
          </a:xfrm>
        </p:grpSpPr>
        <p:sp>
          <p:nvSpPr>
            <p:cNvPr id="3441" name="Google Shape;3441;p53"/>
            <p:cNvSpPr/>
            <p:nvPr/>
          </p:nvSpPr>
          <p:spPr>
            <a:xfrm>
              <a:off x="810781" y="3715228"/>
              <a:ext cx="216000" cy="2160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b="1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2" name="Google Shape;3442;p53"/>
            <p:cNvSpPr/>
            <p:nvPr/>
          </p:nvSpPr>
          <p:spPr>
            <a:xfrm>
              <a:off x="802803" y="3724022"/>
              <a:ext cx="2455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1">
                  <a:solidFill>
                    <a:srgbClr val="7F7F7F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/>
            </a:p>
          </p:txBody>
        </p:sp>
      </p:grpSp>
      <p:sp>
        <p:nvSpPr>
          <p:cNvPr id="3443" name="Google Shape;3443;p53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54"/>
          <p:cNvSpPr txBox="1"/>
          <p:nvPr/>
        </p:nvSpPr>
        <p:spPr>
          <a:xfrm>
            <a:off x="6227788" y="2623662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0" name="Google Shape;3450;p54"/>
          <p:cNvSpPr txBox="1"/>
          <p:nvPr/>
        </p:nvSpPr>
        <p:spPr>
          <a:xfrm>
            <a:off x="6410845" y="3135649"/>
            <a:ext cx="1544844" cy="770509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2093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sp>
        <p:nvSpPr>
          <p:cNvPr id="3451" name="Google Shape;3451;p54"/>
          <p:cNvSpPr txBox="1"/>
          <p:nvPr/>
        </p:nvSpPr>
        <p:spPr>
          <a:xfrm>
            <a:off x="6227788" y="773769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2" name="Google Shape;3452;p54"/>
          <p:cNvSpPr txBox="1"/>
          <p:nvPr/>
        </p:nvSpPr>
        <p:spPr>
          <a:xfrm>
            <a:off x="492858" y="4444544"/>
            <a:ext cx="11291146" cy="2225188"/>
          </a:xfrm>
          <a:prstGeom prst="rect">
            <a:avLst/>
          </a:prstGeom>
          <a:solidFill>
            <a:srgbClr val="FCECFB"/>
          </a:solidFill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3" name="Google Shape;3453;p54"/>
          <p:cNvSpPr txBox="1"/>
          <p:nvPr/>
        </p:nvSpPr>
        <p:spPr>
          <a:xfrm>
            <a:off x="6220907" y="4585078"/>
            <a:ext cx="5410918" cy="1947518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Revenue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454" name="Google Shape;3454;p54"/>
          <p:cNvSpPr txBox="1"/>
          <p:nvPr/>
        </p:nvSpPr>
        <p:spPr>
          <a:xfrm>
            <a:off x="642552" y="4585078"/>
            <a:ext cx="5382028" cy="1947518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Expenses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455" name="Google Shape;3455;p54"/>
          <p:cNvCxnSpPr>
            <a:stCxn id="3450" idx="2"/>
          </p:cNvCxnSpPr>
          <p:nvPr/>
        </p:nvCxnSpPr>
        <p:spPr>
          <a:xfrm>
            <a:off x="7183267" y="3906158"/>
            <a:ext cx="8700" cy="566100"/>
          </a:xfrm>
          <a:prstGeom prst="straightConnector1">
            <a:avLst/>
          </a:prstGeom>
          <a:noFill/>
          <a:ln w="7620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56" name="Google Shape;3456;p54"/>
          <p:cNvSpPr txBox="1"/>
          <p:nvPr/>
        </p:nvSpPr>
        <p:spPr>
          <a:xfrm>
            <a:off x="492858" y="773769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57" name="Google Shape;3457;p54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458" name="Google Shape;3458;p54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459" name="Google Shape;3459;p54"/>
          <p:cNvSpPr txBox="1"/>
          <p:nvPr/>
        </p:nvSpPr>
        <p:spPr>
          <a:xfrm>
            <a:off x="10028967" y="2029411"/>
            <a:ext cx="15936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</p:txBody>
      </p:sp>
      <p:sp>
        <p:nvSpPr>
          <p:cNvPr id="3460" name="Google Shape;3460;p54"/>
          <p:cNvSpPr txBox="1"/>
          <p:nvPr/>
        </p:nvSpPr>
        <p:spPr>
          <a:xfrm>
            <a:off x="8114313" y="2028286"/>
            <a:ext cx="18642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income</a:t>
            </a:r>
            <a:endParaRPr/>
          </a:p>
        </p:txBody>
      </p:sp>
      <p:sp>
        <p:nvSpPr>
          <p:cNvPr id="3461" name="Google Shape;3461;p54"/>
          <p:cNvSpPr txBox="1"/>
          <p:nvPr/>
        </p:nvSpPr>
        <p:spPr>
          <a:xfrm>
            <a:off x="10785454" y="1718255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25,000</a:t>
            </a:r>
            <a:endParaRPr/>
          </a:p>
        </p:txBody>
      </p:sp>
      <p:sp>
        <p:nvSpPr>
          <p:cNvPr id="3462" name="Google Shape;3462;p54"/>
          <p:cNvSpPr/>
          <p:nvPr/>
        </p:nvSpPr>
        <p:spPr>
          <a:xfrm rot="10800000">
            <a:off x="10548000" y="175788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3" name="Google Shape;3463;p54"/>
          <p:cNvSpPr txBox="1"/>
          <p:nvPr/>
        </p:nvSpPr>
        <p:spPr>
          <a:xfrm>
            <a:off x="10776926" y="3660961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464" name="Google Shape;3464;p54"/>
          <p:cNvSpPr txBox="1"/>
          <p:nvPr/>
        </p:nvSpPr>
        <p:spPr>
          <a:xfrm>
            <a:off x="7315967" y="1713373"/>
            <a:ext cx="69762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6,250</a:t>
            </a:r>
            <a:endParaRPr/>
          </a:p>
        </p:txBody>
      </p:sp>
      <p:sp>
        <p:nvSpPr>
          <p:cNvPr id="3465" name="Google Shape;3465;p54"/>
          <p:cNvSpPr/>
          <p:nvPr/>
        </p:nvSpPr>
        <p:spPr>
          <a:xfrm rot="10800000">
            <a:off x="6984000" y="1749046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54"/>
          <p:cNvSpPr txBox="1"/>
          <p:nvPr/>
        </p:nvSpPr>
        <p:spPr>
          <a:xfrm>
            <a:off x="9399631" y="1715500"/>
            <a:ext cx="4122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</a:t>
            </a:r>
            <a:endParaRPr/>
          </a:p>
        </p:txBody>
      </p:sp>
      <p:sp>
        <p:nvSpPr>
          <p:cNvPr id="3467" name="Google Shape;3467;p54"/>
          <p:cNvSpPr/>
          <p:nvPr/>
        </p:nvSpPr>
        <p:spPr>
          <a:xfrm rot="10800000">
            <a:off x="8784000" y="17511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54"/>
          <p:cNvSpPr txBox="1"/>
          <p:nvPr/>
        </p:nvSpPr>
        <p:spPr>
          <a:xfrm>
            <a:off x="6252890" y="2028286"/>
            <a:ext cx="19871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sp>
        <p:nvSpPr>
          <p:cNvPr id="3469" name="Google Shape;3469;p54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470" name="Google Shape;3470;p54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grpSp>
        <p:nvGrpSpPr>
          <p:cNvPr id="3471" name="Google Shape;3471;p54"/>
          <p:cNvGrpSpPr/>
          <p:nvPr/>
        </p:nvGrpSpPr>
        <p:grpSpPr>
          <a:xfrm>
            <a:off x="9983452" y="3214280"/>
            <a:ext cx="1620000" cy="796276"/>
            <a:chOff x="3810000" y="2015069"/>
            <a:chExt cx="1390650" cy="1596814"/>
          </a:xfrm>
        </p:grpSpPr>
        <p:sp>
          <p:nvSpPr>
            <p:cNvPr id="3472" name="Google Shape;3472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3" name="Google Shape;3473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74" name="Google Shape;3474;p54"/>
          <p:cNvGrpSpPr/>
          <p:nvPr/>
        </p:nvGrpSpPr>
        <p:grpSpPr>
          <a:xfrm>
            <a:off x="8214558" y="1260018"/>
            <a:ext cx="1620000" cy="796276"/>
            <a:chOff x="3810000" y="2015069"/>
            <a:chExt cx="1390650" cy="1596814"/>
          </a:xfrm>
        </p:grpSpPr>
        <p:sp>
          <p:nvSpPr>
            <p:cNvPr id="3475" name="Google Shape;3475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6" name="Google Shape;3476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77" name="Google Shape;3477;p54"/>
          <p:cNvGrpSpPr/>
          <p:nvPr/>
        </p:nvGrpSpPr>
        <p:grpSpPr>
          <a:xfrm>
            <a:off x="10006085" y="1263488"/>
            <a:ext cx="1620000" cy="796276"/>
            <a:chOff x="3810000" y="2015069"/>
            <a:chExt cx="1390650" cy="1596814"/>
          </a:xfrm>
        </p:grpSpPr>
        <p:sp>
          <p:nvSpPr>
            <p:cNvPr id="3478" name="Google Shape;3478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9" name="Google Shape;3479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80" name="Google Shape;3480;p54"/>
          <p:cNvGrpSpPr/>
          <p:nvPr/>
        </p:nvGrpSpPr>
        <p:grpSpPr>
          <a:xfrm>
            <a:off x="6428511" y="1266563"/>
            <a:ext cx="1620000" cy="796276"/>
            <a:chOff x="3810000" y="2015069"/>
            <a:chExt cx="1390650" cy="1596814"/>
          </a:xfrm>
        </p:grpSpPr>
        <p:sp>
          <p:nvSpPr>
            <p:cNvPr id="3481" name="Google Shape;3481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82" name="Google Shape;3482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483" name="Google Shape;3483;p54"/>
          <p:cNvSpPr/>
          <p:nvPr/>
        </p:nvSpPr>
        <p:spPr>
          <a:xfrm rot="10800000">
            <a:off x="10548000" y="370854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54"/>
          <p:cNvSpPr txBox="1"/>
          <p:nvPr/>
        </p:nvSpPr>
        <p:spPr>
          <a:xfrm>
            <a:off x="8232114" y="3986890"/>
            <a:ext cx="162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 &amp; loss</a:t>
            </a:r>
            <a:endParaRPr/>
          </a:p>
        </p:txBody>
      </p:sp>
      <p:grpSp>
        <p:nvGrpSpPr>
          <p:cNvPr id="3485" name="Google Shape;3485;p54"/>
          <p:cNvGrpSpPr/>
          <p:nvPr/>
        </p:nvGrpSpPr>
        <p:grpSpPr>
          <a:xfrm>
            <a:off x="8189131" y="2819215"/>
            <a:ext cx="1620000" cy="1199050"/>
            <a:chOff x="3810000" y="2015069"/>
            <a:chExt cx="1390650" cy="1596814"/>
          </a:xfrm>
        </p:grpSpPr>
        <p:sp>
          <p:nvSpPr>
            <p:cNvPr id="3486" name="Google Shape;3486;p54"/>
            <p:cNvSpPr/>
            <p:nvPr/>
          </p:nvSpPr>
          <p:spPr>
            <a:xfrm flipH="1">
              <a:off x="4505325" y="2015073"/>
              <a:ext cx="695325" cy="1596810"/>
            </a:xfrm>
            <a:prstGeom prst="corner">
              <a:avLst>
                <a:gd name="adj1" fmla="val 7267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3810000" y="2015069"/>
              <a:ext cx="695325" cy="1596812"/>
            </a:xfrm>
            <a:prstGeom prst="corner">
              <a:avLst>
                <a:gd name="adj1" fmla="val 7268"/>
                <a:gd name="adj2" fmla="val 788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88" name="Google Shape;3488;p54"/>
          <p:cNvGrpSpPr/>
          <p:nvPr/>
        </p:nvGrpSpPr>
        <p:grpSpPr>
          <a:xfrm>
            <a:off x="4248000" y="2850495"/>
            <a:ext cx="1620000" cy="1116000"/>
            <a:chOff x="3810000" y="2381250"/>
            <a:chExt cx="1390650" cy="1230631"/>
          </a:xfrm>
        </p:grpSpPr>
        <p:sp>
          <p:nvSpPr>
            <p:cNvPr id="3489" name="Google Shape;3489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7073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491" name="Google Shape;3491;p54"/>
          <p:cNvGrpSpPr/>
          <p:nvPr/>
        </p:nvGrpSpPr>
        <p:grpSpPr>
          <a:xfrm>
            <a:off x="673200" y="3340800"/>
            <a:ext cx="1620000" cy="613673"/>
            <a:chOff x="3810000" y="2381250"/>
            <a:chExt cx="1390650" cy="1230631"/>
          </a:xfrm>
        </p:grpSpPr>
        <p:sp>
          <p:nvSpPr>
            <p:cNvPr id="3492" name="Google Shape;3492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93" name="Google Shape;3493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494" name="Google Shape;3494;p54"/>
          <p:cNvSpPr txBox="1"/>
          <p:nvPr/>
        </p:nvSpPr>
        <p:spPr>
          <a:xfrm>
            <a:off x="4292494" y="3924000"/>
            <a:ext cx="15317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sp>
        <p:nvSpPr>
          <p:cNvPr id="3495" name="Google Shape;3495;p54"/>
          <p:cNvSpPr txBox="1"/>
          <p:nvPr/>
        </p:nvSpPr>
        <p:spPr>
          <a:xfrm>
            <a:off x="4101806" y="2478490"/>
            <a:ext cx="1911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expenses</a:t>
            </a:r>
            <a:endParaRPr/>
          </a:p>
        </p:txBody>
      </p:sp>
      <p:sp>
        <p:nvSpPr>
          <p:cNvPr id="3496" name="Google Shape;3496;p54"/>
          <p:cNvSpPr txBox="1"/>
          <p:nvPr/>
        </p:nvSpPr>
        <p:spPr>
          <a:xfrm>
            <a:off x="661400" y="3924000"/>
            <a:ext cx="16473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sp>
        <p:nvSpPr>
          <p:cNvPr id="3497" name="Google Shape;3497;p54"/>
          <p:cNvSpPr txBox="1"/>
          <p:nvPr/>
        </p:nvSpPr>
        <p:spPr>
          <a:xfrm>
            <a:off x="5098373" y="3610092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9,370</a:t>
            </a:r>
            <a:endParaRPr/>
          </a:p>
        </p:txBody>
      </p:sp>
      <p:sp>
        <p:nvSpPr>
          <p:cNvPr id="3498" name="Google Shape;3498;p54"/>
          <p:cNvSpPr txBox="1"/>
          <p:nvPr/>
        </p:nvSpPr>
        <p:spPr>
          <a:xfrm>
            <a:off x="1501235" y="3588336"/>
            <a:ext cx="6976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499" name="Google Shape;3499;p54"/>
          <p:cNvSpPr/>
          <p:nvPr/>
        </p:nvSpPr>
        <p:spPr>
          <a:xfrm rot="10800000">
            <a:off x="1249425" y="3637660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54"/>
          <p:cNvSpPr/>
          <p:nvPr/>
        </p:nvSpPr>
        <p:spPr>
          <a:xfrm rot="10800000">
            <a:off x="4824000" y="366250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1" name="Google Shape;3501;p54"/>
          <p:cNvSpPr txBox="1"/>
          <p:nvPr/>
        </p:nvSpPr>
        <p:spPr>
          <a:xfrm>
            <a:off x="5269894" y="2157099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502" name="Google Shape;3502;p54"/>
          <p:cNvSpPr/>
          <p:nvPr/>
        </p:nvSpPr>
        <p:spPr>
          <a:xfrm rot="10800000">
            <a:off x="4824000" y="2198378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rgbClr val="548135"/>
          </a:solidFill>
          <a:ln w="9525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54"/>
          <p:cNvSpPr txBox="1"/>
          <p:nvPr/>
        </p:nvSpPr>
        <p:spPr>
          <a:xfrm>
            <a:off x="4033926" y="1538024"/>
            <a:ext cx="201557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504" name="Google Shape;3504;p54"/>
          <p:cNvGrpSpPr/>
          <p:nvPr/>
        </p:nvGrpSpPr>
        <p:grpSpPr>
          <a:xfrm>
            <a:off x="674882" y="2236958"/>
            <a:ext cx="1620000" cy="613673"/>
            <a:chOff x="3810000" y="2381250"/>
            <a:chExt cx="1390650" cy="1230631"/>
          </a:xfrm>
        </p:grpSpPr>
        <p:sp>
          <p:nvSpPr>
            <p:cNvPr id="3505" name="Google Shape;3505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06" name="Google Shape;3506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507" name="Google Shape;3507;p54"/>
          <p:cNvSpPr txBox="1"/>
          <p:nvPr/>
        </p:nvSpPr>
        <p:spPr>
          <a:xfrm>
            <a:off x="667920" y="2817445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sp>
        <p:nvSpPr>
          <p:cNvPr id="3508" name="Google Shape;3508;p54"/>
          <p:cNvSpPr txBox="1"/>
          <p:nvPr/>
        </p:nvSpPr>
        <p:spPr>
          <a:xfrm>
            <a:off x="1679276" y="2502766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509" name="Google Shape;3509;p54"/>
          <p:cNvSpPr/>
          <p:nvPr/>
        </p:nvSpPr>
        <p:spPr>
          <a:xfrm>
            <a:off x="1256101" y="2550772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0" name="Google Shape;3510;p54"/>
          <p:cNvGrpSpPr/>
          <p:nvPr/>
        </p:nvGrpSpPr>
        <p:grpSpPr>
          <a:xfrm>
            <a:off x="4247500" y="957969"/>
            <a:ext cx="1620000" cy="613673"/>
            <a:chOff x="3810000" y="2381250"/>
            <a:chExt cx="1390650" cy="1230631"/>
          </a:xfrm>
        </p:grpSpPr>
        <p:sp>
          <p:nvSpPr>
            <p:cNvPr id="3511" name="Google Shape;3511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12" name="Google Shape;3512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817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513" name="Google Shape;3513;p54"/>
          <p:cNvGrpSpPr/>
          <p:nvPr/>
        </p:nvGrpSpPr>
        <p:grpSpPr>
          <a:xfrm>
            <a:off x="4247500" y="1892397"/>
            <a:ext cx="1620000" cy="613673"/>
            <a:chOff x="3810000" y="2381250"/>
            <a:chExt cx="1390650" cy="1230631"/>
          </a:xfrm>
        </p:grpSpPr>
        <p:sp>
          <p:nvSpPr>
            <p:cNvPr id="3514" name="Google Shape;3514;p54"/>
            <p:cNvSpPr/>
            <p:nvPr/>
          </p:nvSpPr>
          <p:spPr>
            <a:xfrm flipH="1">
              <a:off x="4505325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15" name="Google Shape;3515;p54"/>
            <p:cNvSpPr/>
            <p:nvPr/>
          </p:nvSpPr>
          <p:spPr>
            <a:xfrm>
              <a:off x="3810000" y="2381250"/>
              <a:ext cx="695325" cy="1230631"/>
            </a:xfrm>
            <a:prstGeom prst="corner">
              <a:avLst>
                <a:gd name="adj1" fmla="val 9300"/>
                <a:gd name="adj2" fmla="val 890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516" name="Google Shape;3516;p54"/>
          <p:cNvGrpSpPr/>
          <p:nvPr/>
        </p:nvGrpSpPr>
        <p:grpSpPr>
          <a:xfrm>
            <a:off x="2458800" y="957790"/>
            <a:ext cx="1620000" cy="3000908"/>
            <a:chOff x="671549" y="1402787"/>
            <a:chExt cx="1620000" cy="2549293"/>
          </a:xfrm>
        </p:grpSpPr>
        <p:sp>
          <p:nvSpPr>
            <p:cNvPr id="3517" name="Google Shape;3517;p54"/>
            <p:cNvSpPr/>
            <p:nvPr/>
          </p:nvSpPr>
          <p:spPr>
            <a:xfrm flipH="1">
              <a:off x="1481549" y="1402787"/>
              <a:ext cx="810000" cy="2549293"/>
            </a:xfrm>
            <a:prstGeom prst="corner">
              <a:avLst>
                <a:gd name="adj1" fmla="val 6497"/>
                <a:gd name="adj2" fmla="val 6944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18" name="Google Shape;3518;p54"/>
            <p:cNvSpPr/>
            <p:nvPr/>
          </p:nvSpPr>
          <p:spPr>
            <a:xfrm>
              <a:off x="671549" y="1402787"/>
              <a:ext cx="810000" cy="2549293"/>
            </a:xfrm>
            <a:prstGeom prst="corner">
              <a:avLst>
                <a:gd name="adj1" fmla="val 6497"/>
                <a:gd name="adj2" fmla="val 7336"/>
              </a:avLst>
            </a:prstGeom>
            <a:solidFill>
              <a:srgbClr val="5481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519" name="Google Shape;3519;p54"/>
          <p:cNvSpPr txBox="1"/>
          <p:nvPr/>
        </p:nvSpPr>
        <p:spPr>
          <a:xfrm>
            <a:off x="2551146" y="3924000"/>
            <a:ext cx="13933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sp>
        <p:nvSpPr>
          <p:cNvPr id="3520" name="Google Shape;3520;p54"/>
          <p:cNvSpPr txBox="1"/>
          <p:nvPr/>
        </p:nvSpPr>
        <p:spPr>
          <a:xfrm>
            <a:off x="3184559" y="3614709"/>
            <a:ext cx="8114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35,550</a:t>
            </a:r>
            <a:endParaRPr/>
          </a:p>
        </p:txBody>
      </p:sp>
      <p:sp>
        <p:nvSpPr>
          <p:cNvPr id="3521" name="Google Shape;3521;p54"/>
          <p:cNvSpPr txBox="1"/>
          <p:nvPr/>
        </p:nvSpPr>
        <p:spPr>
          <a:xfrm>
            <a:off x="9252544" y="3662000"/>
            <a:ext cx="5261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360</a:t>
            </a:r>
            <a:endParaRPr/>
          </a:p>
        </p:txBody>
      </p:sp>
      <p:sp>
        <p:nvSpPr>
          <p:cNvPr id="3522" name="Google Shape;3522;p54"/>
          <p:cNvSpPr/>
          <p:nvPr/>
        </p:nvSpPr>
        <p:spPr>
          <a:xfrm rot="10800000">
            <a:off x="8750727" y="3697673"/>
            <a:ext cx="108000" cy="180000"/>
          </a:xfrm>
          <a:prstGeom prst="downArrow">
            <a:avLst>
              <a:gd name="adj1" fmla="val 100000"/>
              <a:gd name="adj2" fmla="val 47930"/>
            </a:avLst>
          </a:prstGeom>
          <a:solidFill>
            <a:schemeClr val="accent2"/>
          </a:solidFill>
          <a:ln w="9525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54"/>
          <p:cNvSpPr txBox="1"/>
          <p:nvPr/>
        </p:nvSpPr>
        <p:spPr>
          <a:xfrm>
            <a:off x="9904008" y="3979181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55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530" name="Google Shape;3530;p55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531" name="Google Shape;3531;p55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532" name="Google Shape;3532;p55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3533" name="Google Shape;3533;p55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534" name="Google Shape;3534;p55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3535" name="Google Shape;3535;p55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3536" name="Google Shape;3536;p55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537" name="Google Shape;3537;p55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538" name="Google Shape;3538;p55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39" name="Google Shape;3539;p55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3540" name="Google Shape;3540;p55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3541" name="Google Shape;3541;p55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3542" name="Google Shape;3542;p55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3543" name="Google Shape;3543;p55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44" name="Google Shape;3544;p55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45" name="Google Shape;3545;p55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3546" name="Google Shape;3546;p55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3547" name="Google Shape;3547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48" name="Google Shape;3548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49" name="Google Shape;3549;p55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3550" name="Google Shape;3550;p55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3551" name="Google Shape;3551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52" name="Google Shape;3552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53" name="Google Shape;3553;p55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grpSp>
        <p:nvGrpSpPr>
          <p:cNvPr id="3554" name="Google Shape;3554;p55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3555" name="Google Shape;3555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56" name="Google Shape;3556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57" name="Google Shape;3557;p55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558" name="Google Shape;3558;p55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3559" name="Google Shape;3559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0" name="Google Shape;3560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61" name="Google Shape;3561;p55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3562" name="Google Shape;3562;p55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3563" name="Google Shape;3563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4" name="Google Shape;3564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65" name="Google Shape;3565;p55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3566" name="Google Shape;3566;p55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3567" name="Google Shape;3567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68" name="Google Shape;3568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69" name="Google Shape;3569;p55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3570" name="Google Shape;3570;p55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3571" name="Google Shape;3571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72" name="Google Shape;3572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73" name="Google Shape;3573;p55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3574" name="Google Shape;3574;p55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3575" name="Google Shape;3575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76" name="Google Shape;3576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77" name="Google Shape;3577;p55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3578" name="Google Shape;3578;p55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3579" name="Google Shape;3579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0" name="Google Shape;3580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81" name="Google Shape;3581;p55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3582" name="Google Shape;3582;p55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3583" name="Google Shape;3583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4" name="Google Shape;3584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3585" name="Google Shape;3585;p55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3586" name="Google Shape;3586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87" name="Google Shape;3587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88" name="Google Shape;3588;p55"/>
          <p:cNvSpPr txBox="1"/>
          <p:nvPr/>
        </p:nvSpPr>
        <p:spPr>
          <a:xfrm>
            <a:off x="6446041" y="2993328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89" name="Google Shape;3589;p55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3590" name="Google Shape;3590;p55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3591" name="Google Shape;3591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92" name="Google Shape;3592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93" name="Google Shape;3593;p55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3594" name="Google Shape;3594;p55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3595" name="Google Shape;3595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96" name="Google Shape;3596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597" name="Google Shape;3597;p55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3598" name="Google Shape;3598;p55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3599" name="Google Shape;3599;p55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00" name="Google Shape;3600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01" name="Google Shape;3601;p55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3602" name="Google Shape;3602;p55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3603" name="Google Shape;3603;p55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04" name="Google Shape;3604;p55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05" name="Google Shape;3605;p55"/>
          <p:cNvSpPr txBox="1"/>
          <p:nvPr/>
        </p:nvSpPr>
        <p:spPr>
          <a:xfrm>
            <a:off x="9197954" y="3076356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p56"/>
          <p:cNvSpPr txBox="1"/>
          <p:nvPr/>
        </p:nvSpPr>
        <p:spPr>
          <a:xfrm>
            <a:off x="4187006" y="133386"/>
            <a:ext cx="3629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Limited</a:t>
            </a:r>
            <a:endParaRPr/>
          </a:p>
        </p:txBody>
      </p:sp>
      <p:cxnSp>
        <p:nvCxnSpPr>
          <p:cNvPr id="3612" name="Google Shape;3612;p56"/>
          <p:cNvCxnSpPr/>
          <p:nvPr/>
        </p:nvCxnSpPr>
        <p:spPr>
          <a:xfrm>
            <a:off x="4316098" y="566860"/>
            <a:ext cx="337521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613" name="Google Shape;3613;p56"/>
          <p:cNvSpPr txBox="1"/>
          <p:nvPr/>
        </p:nvSpPr>
        <p:spPr>
          <a:xfrm>
            <a:off x="9504213" y="373659"/>
            <a:ext cx="22797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Sources of funds</a:t>
            </a:r>
            <a:endParaRPr/>
          </a:p>
        </p:txBody>
      </p:sp>
      <p:sp>
        <p:nvSpPr>
          <p:cNvPr id="3614" name="Google Shape;3614;p56"/>
          <p:cNvSpPr txBox="1"/>
          <p:nvPr/>
        </p:nvSpPr>
        <p:spPr>
          <a:xfrm>
            <a:off x="492858" y="373659"/>
            <a:ext cx="1880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Uses of funds</a:t>
            </a:r>
            <a:endParaRPr/>
          </a:p>
        </p:txBody>
      </p:sp>
      <p:sp>
        <p:nvSpPr>
          <p:cNvPr id="3615" name="Google Shape;3615;p56"/>
          <p:cNvSpPr txBox="1"/>
          <p:nvPr/>
        </p:nvSpPr>
        <p:spPr>
          <a:xfrm>
            <a:off x="6232774" y="2654058"/>
            <a:ext cx="5556216" cy="169284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Equity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sp>
        <p:nvSpPr>
          <p:cNvPr id="3616" name="Google Shape;3616;p56"/>
          <p:cNvSpPr txBox="1"/>
          <p:nvPr/>
        </p:nvSpPr>
        <p:spPr>
          <a:xfrm>
            <a:off x="6249054" y="808481"/>
            <a:ext cx="5556216" cy="1702674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Liabilities</a:t>
            </a:r>
            <a:r>
              <a:rPr lang="en-US" sz="2800" b="1">
                <a:solidFill>
                  <a:srgbClr val="FFF2CC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  <p:grpSp>
        <p:nvGrpSpPr>
          <p:cNvPr id="3617" name="Google Shape;3617;p56"/>
          <p:cNvGrpSpPr/>
          <p:nvPr/>
        </p:nvGrpSpPr>
        <p:grpSpPr>
          <a:xfrm>
            <a:off x="514124" y="3861978"/>
            <a:ext cx="11291146" cy="4819945"/>
            <a:chOff x="298006" y="1710609"/>
            <a:chExt cx="11291146" cy="4819945"/>
          </a:xfrm>
        </p:grpSpPr>
        <p:sp>
          <p:nvSpPr>
            <p:cNvPr id="3618" name="Google Shape;3618;p56"/>
            <p:cNvSpPr txBox="1"/>
            <p:nvPr/>
          </p:nvSpPr>
          <p:spPr>
            <a:xfrm>
              <a:off x="298006" y="2389765"/>
              <a:ext cx="11291146" cy="2225188"/>
            </a:xfrm>
            <a:prstGeom prst="rect">
              <a:avLst/>
            </a:prstGeom>
            <a:solidFill>
              <a:srgbClr val="FCECFB"/>
            </a:solidFill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619" name="Google Shape;3619;p56"/>
            <p:cNvSpPr txBox="1"/>
            <p:nvPr/>
          </p:nvSpPr>
          <p:spPr>
            <a:xfrm>
              <a:off x="6030032" y="2535388"/>
              <a:ext cx="5410918" cy="1947518"/>
            </a:xfrm>
            <a:prstGeom prst="rect">
              <a:avLst/>
            </a:prstGeom>
            <a:solidFill>
              <a:srgbClr val="FFF2CC"/>
            </a:solidFill>
            <a:ln w="762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</a:t>
              </a:r>
              <a:r>
                <a:rPr lang="en-US" sz="2800" b="1">
                  <a:solidFill>
                    <a:srgbClr val="FFF2CC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8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</a:t>
              </a:r>
              <a:endParaRPr/>
            </a:p>
          </p:txBody>
        </p:sp>
        <p:sp>
          <p:nvSpPr>
            <p:cNvPr id="3620" name="Google Shape;3620;p56"/>
            <p:cNvSpPr txBox="1"/>
            <p:nvPr/>
          </p:nvSpPr>
          <p:spPr>
            <a:xfrm>
              <a:off x="421374" y="2535388"/>
              <a:ext cx="5382028" cy="1947518"/>
            </a:xfrm>
            <a:prstGeom prst="rect">
              <a:avLst/>
            </a:prstGeom>
            <a:solidFill>
              <a:srgbClr val="E1EFD8"/>
            </a:solidFill>
            <a:ln w="762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E1EFD8"/>
                  </a:solidFill>
                  <a:latin typeface="Avenir"/>
                  <a:ea typeface="Avenir"/>
                  <a:cs typeface="Avenir"/>
                  <a:sym typeface="Avenir"/>
                </a:rPr>
                <a:t>_</a:t>
              </a:r>
              <a:r>
                <a:rPr lang="en-US" sz="20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Expenses</a:t>
              </a:r>
              <a:endParaRPr sz="2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21" name="Google Shape;3621;p56"/>
            <p:cNvSpPr txBox="1"/>
            <p:nvPr/>
          </p:nvSpPr>
          <p:spPr>
            <a:xfrm>
              <a:off x="2570770" y="6192000"/>
              <a:ext cx="158566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Advertising</a:t>
              </a:r>
              <a:endParaRPr/>
            </a:p>
          </p:txBody>
        </p:sp>
        <p:sp>
          <p:nvSpPr>
            <p:cNvPr id="3622" name="Google Shape;3622;p56"/>
            <p:cNvSpPr txBox="1"/>
            <p:nvPr/>
          </p:nvSpPr>
          <p:spPr>
            <a:xfrm>
              <a:off x="4306077" y="6192000"/>
              <a:ext cx="16064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Cost of sales</a:t>
              </a:r>
              <a:endParaRPr/>
            </a:p>
          </p:txBody>
        </p:sp>
        <p:sp>
          <p:nvSpPr>
            <p:cNvPr id="3623" name="Google Shape;3623;p56"/>
            <p:cNvSpPr txBox="1"/>
            <p:nvPr/>
          </p:nvSpPr>
          <p:spPr>
            <a:xfrm>
              <a:off x="796515" y="6192000"/>
              <a:ext cx="16036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Depreciation</a:t>
              </a:r>
              <a:endParaRPr/>
            </a:p>
          </p:txBody>
        </p:sp>
        <p:sp>
          <p:nvSpPr>
            <p:cNvPr id="3624" name="Google Shape;3624;p56"/>
            <p:cNvSpPr txBox="1"/>
            <p:nvPr/>
          </p:nvSpPr>
          <p:spPr>
            <a:xfrm>
              <a:off x="6295758" y="6192000"/>
              <a:ext cx="18427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Revenue (sales)</a:t>
              </a:r>
              <a:endParaRPr/>
            </a:p>
          </p:txBody>
        </p:sp>
        <p:cxnSp>
          <p:nvCxnSpPr>
            <p:cNvPr id="3625" name="Google Shape;3625;p56"/>
            <p:cNvCxnSpPr/>
            <p:nvPr/>
          </p:nvCxnSpPr>
          <p:spPr>
            <a:xfrm>
              <a:off x="7112149" y="1710609"/>
              <a:ext cx="8791" cy="685022"/>
            </a:xfrm>
            <a:prstGeom prst="straightConnector1">
              <a:avLst/>
            </a:prstGeom>
            <a:noFill/>
            <a:ln w="76200" cap="flat" cmpd="sng">
              <a:solidFill>
                <a:srgbClr val="94209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26" name="Google Shape;3626;p56"/>
          <p:cNvSpPr txBox="1"/>
          <p:nvPr/>
        </p:nvSpPr>
        <p:spPr>
          <a:xfrm>
            <a:off x="525179" y="803194"/>
            <a:ext cx="5544457" cy="3542737"/>
          </a:xfrm>
          <a:prstGeom prst="rect">
            <a:avLst/>
          </a:prstGeom>
          <a:solidFill>
            <a:srgbClr val="E1EFD8"/>
          </a:solidFill>
          <a:ln w="762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E1EFD8"/>
                </a:solidFill>
                <a:latin typeface="Avenir"/>
                <a:ea typeface="Avenir"/>
                <a:cs typeface="Avenir"/>
                <a:sym typeface="Avenir"/>
              </a:rPr>
              <a:t>_</a:t>
            </a:r>
            <a:r>
              <a:rPr lang="en-US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Assets</a:t>
            </a:r>
            <a:endParaRPr sz="2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27" name="Google Shape;3627;p56"/>
          <p:cNvSpPr txBox="1"/>
          <p:nvPr/>
        </p:nvSpPr>
        <p:spPr>
          <a:xfrm>
            <a:off x="10053903" y="3446289"/>
            <a:ext cx="8114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20,000</a:t>
            </a:r>
            <a:endParaRPr/>
          </a:p>
        </p:txBody>
      </p:sp>
      <p:sp>
        <p:nvSpPr>
          <p:cNvPr id="3628" name="Google Shape;3628;p56"/>
          <p:cNvSpPr txBox="1"/>
          <p:nvPr/>
        </p:nvSpPr>
        <p:spPr>
          <a:xfrm>
            <a:off x="760674" y="1477639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</p:txBody>
      </p:sp>
      <p:sp>
        <p:nvSpPr>
          <p:cNvPr id="3629" name="Google Shape;3629;p56"/>
          <p:cNvSpPr txBox="1"/>
          <p:nvPr/>
        </p:nvSpPr>
        <p:spPr>
          <a:xfrm>
            <a:off x="1596340" y="2513404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630" name="Google Shape;3630;p56"/>
          <p:cNvSpPr txBox="1"/>
          <p:nvPr/>
        </p:nvSpPr>
        <p:spPr>
          <a:xfrm>
            <a:off x="760674" y="1879243"/>
            <a:ext cx="164732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Accumulated depreciation</a:t>
            </a:r>
            <a:endParaRPr/>
          </a:p>
        </p:txBody>
      </p:sp>
      <p:grpSp>
        <p:nvGrpSpPr>
          <p:cNvPr id="3631" name="Google Shape;3631;p56"/>
          <p:cNvGrpSpPr/>
          <p:nvPr/>
        </p:nvGrpSpPr>
        <p:grpSpPr>
          <a:xfrm>
            <a:off x="661760" y="2490594"/>
            <a:ext cx="1705948" cy="368260"/>
            <a:chOff x="2547236" y="1229802"/>
            <a:chExt cx="1705948" cy="1687321"/>
          </a:xfrm>
        </p:grpSpPr>
        <p:cxnSp>
          <p:nvCxnSpPr>
            <p:cNvPr id="3632" name="Google Shape;3632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33" name="Google Shape;3633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34" name="Google Shape;3634;p56"/>
          <p:cNvSpPr txBox="1"/>
          <p:nvPr/>
        </p:nvSpPr>
        <p:spPr>
          <a:xfrm>
            <a:off x="979550" y="1125678"/>
            <a:ext cx="10918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Equipment</a:t>
            </a:r>
            <a:endParaRPr/>
          </a:p>
        </p:txBody>
      </p:sp>
      <p:grpSp>
        <p:nvGrpSpPr>
          <p:cNvPr id="3635" name="Google Shape;3635;p56"/>
          <p:cNvGrpSpPr/>
          <p:nvPr/>
        </p:nvGrpSpPr>
        <p:grpSpPr>
          <a:xfrm>
            <a:off x="672492" y="1457405"/>
            <a:ext cx="1705948" cy="368260"/>
            <a:chOff x="2547236" y="1229802"/>
            <a:chExt cx="1705948" cy="1687321"/>
          </a:xfrm>
        </p:grpSpPr>
        <p:cxnSp>
          <p:nvCxnSpPr>
            <p:cNvPr id="3636" name="Google Shape;3636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37" name="Google Shape;3637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38" name="Google Shape;3638;p56"/>
          <p:cNvSpPr txBox="1"/>
          <p:nvPr/>
        </p:nvSpPr>
        <p:spPr>
          <a:xfrm>
            <a:off x="2754608" y="1158898"/>
            <a:ext cx="12471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Cash at Bank</a:t>
            </a:r>
            <a:endParaRPr/>
          </a:p>
        </p:txBody>
      </p:sp>
      <p:grpSp>
        <p:nvGrpSpPr>
          <p:cNvPr id="3639" name="Google Shape;3639;p56"/>
          <p:cNvGrpSpPr/>
          <p:nvPr/>
        </p:nvGrpSpPr>
        <p:grpSpPr>
          <a:xfrm>
            <a:off x="2525199" y="1456839"/>
            <a:ext cx="1705948" cy="1495607"/>
            <a:chOff x="2547236" y="1229802"/>
            <a:chExt cx="1705948" cy="1687321"/>
          </a:xfrm>
        </p:grpSpPr>
        <p:cxnSp>
          <p:nvCxnSpPr>
            <p:cNvPr id="3640" name="Google Shape;364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41" name="Google Shape;364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42" name="Google Shape;3642;p56"/>
          <p:cNvSpPr txBox="1"/>
          <p:nvPr/>
        </p:nvSpPr>
        <p:spPr>
          <a:xfrm>
            <a:off x="2672211" y="1416901"/>
            <a:ext cx="75854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35,550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54813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43" name="Google Shape;3643;p56"/>
          <p:cNvSpPr txBox="1"/>
          <p:nvPr/>
        </p:nvSpPr>
        <p:spPr>
          <a:xfrm>
            <a:off x="4203363" y="1120745"/>
            <a:ext cx="1883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Receivable</a:t>
            </a:r>
            <a:endParaRPr/>
          </a:p>
        </p:txBody>
      </p:sp>
      <p:grpSp>
        <p:nvGrpSpPr>
          <p:cNvPr id="3644" name="Google Shape;3644;p56"/>
          <p:cNvGrpSpPr/>
          <p:nvPr/>
        </p:nvGrpSpPr>
        <p:grpSpPr>
          <a:xfrm>
            <a:off x="4291992" y="1452472"/>
            <a:ext cx="1705948" cy="368260"/>
            <a:chOff x="2547236" y="1229802"/>
            <a:chExt cx="1705948" cy="1687321"/>
          </a:xfrm>
        </p:grpSpPr>
        <p:cxnSp>
          <p:nvCxnSpPr>
            <p:cNvPr id="3645" name="Google Shape;364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46" name="Google Shape;364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47" name="Google Shape;3647;p56"/>
          <p:cNvSpPr txBox="1"/>
          <p:nvPr/>
        </p:nvSpPr>
        <p:spPr>
          <a:xfrm>
            <a:off x="4322566" y="1978502"/>
            <a:ext cx="16594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Expense</a:t>
            </a:r>
            <a:endParaRPr/>
          </a:p>
        </p:txBody>
      </p:sp>
      <p:grpSp>
        <p:nvGrpSpPr>
          <p:cNvPr id="3648" name="Google Shape;3648;p56"/>
          <p:cNvGrpSpPr/>
          <p:nvPr/>
        </p:nvGrpSpPr>
        <p:grpSpPr>
          <a:xfrm>
            <a:off x="4299301" y="2310229"/>
            <a:ext cx="1705948" cy="368260"/>
            <a:chOff x="2547236" y="1229802"/>
            <a:chExt cx="1705948" cy="1687321"/>
          </a:xfrm>
        </p:grpSpPr>
        <p:cxnSp>
          <p:nvCxnSpPr>
            <p:cNvPr id="3649" name="Google Shape;3649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50" name="Google Shape;3650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51" name="Google Shape;3651;p56"/>
          <p:cNvSpPr txBox="1"/>
          <p:nvPr/>
        </p:nvSpPr>
        <p:spPr>
          <a:xfrm>
            <a:off x="4666896" y="2309032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800</a:t>
            </a:r>
            <a:endParaRPr/>
          </a:p>
        </p:txBody>
      </p:sp>
      <p:sp>
        <p:nvSpPr>
          <p:cNvPr id="3652" name="Google Shape;3652;p56"/>
          <p:cNvSpPr txBox="1"/>
          <p:nvPr/>
        </p:nvSpPr>
        <p:spPr>
          <a:xfrm>
            <a:off x="4684322" y="2625931"/>
            <a:ext cx="9811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Inventory</a:t>
            </a:r>
            <a:endParaRPr/>
          </a:p>
        </p:txBody>
      </p:sp>
      <p:grpSp>
        <p:nvGrpSpPr>
          <p:cNvPr id="3653" name="Google Shape;3653;p56"/>
          <p:cNvGrpSpPr/>
          <p:nvPr/>
        </p:nvGrpSpPr>
        <p:grpSpPr>
          <a:xfrm>
            <a:off x="4308412" y="2952118"/>
            <a:ext cx="1705948" cy="833880"/>
            <a:chOff x="2547236" y="1229802"/>
            <a:chExt cx="1705948" cy="1687321"/>
          </a:xfrm>
        </p:grpSpPr>
        <p:cxnSp>
          <p:nvCxnSpPr>
            <p:cNvPr id="3654" name="Google Shape;3654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55" name="Google Shape;3655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56" name="Google Shape;3656;p56"/>
          <p:cNvSpPr txBox="1"/>
          <p:nvPr/>
        </p:nvSpPr>
        <p:spPr>
          <a:xfrm>
            <a:off x="4416322" y="2950921"/>
            <a:ext cx="7569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10,000</a:t>
            </a:r>
            <a:endParaRPr/>
          </a:p>
        </p:txBody>
      </p:sp>
      <p:sp>
        <p:nvSpPr>
          <p:cNvPr id="3657" name="Google Shape;3657;p56"/>
          <p:cNvSpPr txBox="1"/>
          <p:nvPr/>
        </p:nvSpPr>
        <p:spPr>
          <a:xfrm>
            <a:off x="10348019" y="1123773"/>
            <a:ext cx="10021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Bank loan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3658" name="Google Shape;3658;p56"/>
          <p:cNvGrpSpPr/>
          <p:nvPr/>
        </p:nvGrpSpPr>
        <p:grpSpPr>
          <a:xfrm>
            <a:off x="9996142" y="1455500"/>
            <a:ext cx="1705948" cy="368260"/>
            <a:chOff x="2547236" y="1229802"/>
            <a:chExt cx="1705948" cy="1687321"/>
          </a:xfrm>
        </p:grpSpPr>
        <p:cxnSp>
          <p:nvCxnSpPr>
            <p:cNvPr id="3659" name="Google Shape;3659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60" name="Google Shape;3660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61" name="Google Shape;3661;p56"/>
          <p:cNvSpPr txBox="1"/>
          <p:nvPr/>
        </p:nvSpPr>
        <p:spPr>
          <a:xfrm>
            <a:off x="10949291" y="1429766"/>
            <a:ext cx="7569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30,000</a:t>
            </a:r>
            <a:endParaRPr/>
          </a:p>
        </p:txBody>
      </p:sp>
      <p:sp>
        <p:nvSpPr>
          <p:cNvPr id="3662" name="Google Shape;3662;p56"/>
          <p:cNvSpPr txBox="1"/>
          <p:nvPr/>
        </p:nvSpPr>
        <p:spPr>
          <a:xfrm>
            <a:off x="10215613" y="1429766"/>
            <a:ext cx="6527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5,000</a:t>
            </a:r>
            <a:endParaRPr/>
          </a:p>
        </p:txBody>
      </p:sp>
      <p:sp>
        <p:nvSpPr>
          <p:cNvPr id="3663" name="Google Shape;3663;p56"/>
          <p:cNvSpPr txBox="1"/>
          <p:nvPr/>
        </p:nvSpPr>
        <p:spPr>
          <a:xfrm>
            <a:off x="6318853" y="1117605"/>
            <a:ext cx="16376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Accounts payable</a:t>
            </a:r>
            <a:endParaRPr/>
          </a:p>
        </p:txBody>
      </p:sp>
      <p:grpSp>
        <p:nvGrpSpPr>
          <p:cNvPr id="3664" name="Google Shape;3664;p56"/>
          <p:cNvGrpSpPr/>
          <p:nvPr/>
        </p:nvGrpSpPr>
        <p:grpSpPr>
          <a:xfrm>
            <a:off x="6284721" y="1449331"/>
            <a:ext cx="1705948" cy="617621"/>
            <a:chOff x="2547236" y="1229802"/>
            <a:chExt cx="1705948" cy="1687321"/>
          </a:xfrm>
        </p:grpSpPr>
        <p:cxnSp>
          <p:nvCxnSpPr>
            <p:cNvPr id="3665" name="Google Shape;366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66" name="Google Shape;366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67" name="Google Shape;3667;p56"/>
          <p:cNvSpPr txBox="1"/>
          <p:nvPr/>
        </p:nvSpPr>
        <p:spPr>
          <a:xfrm>
            <a:off x="7342065" y="1423598"/>
            <a:ext cx="65274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6,000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668" name="Google Shape;3668;p56"/>
          <p:cNvSpPr txBox="1"/>
          <p:nvPr/>
        </p:nvSpPr>
        <p:spPr>
          <a:xfrm>
            <a:off x="8149085" y="1125191"/>
            <a:ext cx="16521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Deferred revenue</a:t>
            </a:r>
            <a:endParaRPr/>
          </a:p>
        </p:txBody>
      </p:sp>
      <p:grpSp>
        <p:nvGrpSpPr>
          <p:cNvPr id="3669" name="Google Shape;3669;p56"/>
          <p:cNvGrpSpPr/>
          <p:nvPr/>
        </p:nvGrpSpPr>
        <p:grpSpPr>
          <a:xfrm>
            <a:off x="8122166" y="1456918"/>
            <a:ext cx="1705948" cy="368260"/>
            <a:chOff x="2547236" y="1229802"/>
            <a:chExt cx="1705948" cy="1687321"/>
          </a:xfrm>
        </p:grpSpPr>
        <p:cxnSp>
          <p:nvCxnSpPr>
            <p:cNvPr id="3670" name="Google Shape;367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71" name="Google Shape;367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72" name="Google Shape;3672;p56"/>
          <p:cNvSpPr txBox="1"/>
          <p:nvPr/>
        </p:nvSpPr>
        <p:spPr>
          <a:xfrm>
            <a:off x="9335002" y="1431184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673" name="Google Shape;3673;p56"/>
          <p:cNvSpPr txBox="1"/>
          <p:nvPr/>
        </p:nvSpPr>
        <p:spPr>
          <a:xfrm>
            <a:off x="8601324" y="1431184"/>
            <a:ext cx="3930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674" name="Google Shape;3674;p56"/>
          <p:cNvSpPr txBox="1"/>
          <p:nvPr/>
        </p:nvSpPr>
        <p:spPr>
          <a:xfrm>
            <a:off x="6814454" y="3019219"/>
            <a:ext cx="10737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Profit</a:t>
            </a:r>
            <a:endParaRPr/>
          </a:p>
        </p:txBody>
      </p:sp>
      <p:grpSp>
        <p:nvGrpSpPr>
          <p:cNvPr id="3675" name="Google Shape;3675;p56"/>
          <p:cNvGrpSpPr/>
          <p:nvPr/>
        </p:nvGrpSpPr>
        <p:grpSpPr>
          <a:xfrm>
            <a:off x="6506161" y="3384130"/>
            <a:ext cx="1705948" cy="368260"/>
            <a:chOff x="2547236" y="1229802"/>
            <a:chExt cx="1705948" cy="1687321"/>
          </a:xfrm>
        </p:grpSpPr>
        <p:cxnSp>
          <p:nvCxnSpPr>
            <p:cNvPr id="3676" name="Google Shape;3676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77" name="Google Shape;3677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78" name="Google Shape;3678;p56"/>
          <p:cNvSpPr txBox="1"/>
          <p:nvPr/>
        </p:nvSpPr>
        <p:spPr>
          <a:xfrm>
            <a:off x="7411706" y="3369029"/>
            <a:ext cx="49725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360</a:t>
            </a:r>
            <a:endParaRPr/>
          </a:p>
        </p:txBody>
      </p:sp>
      <p:grpSp>
        <p:nvGrpSpPr>
          <p:cNvPr id="3679" name="Google Shape;3679;p56"/>
          <p:cNvGrpSpPr/>
          <p:nvPr/>
        </p:nvGrpSpPr>
        <p:grpSpPr>
          <a:xfrm>
            <a:off x="9227842" y="3404645"/>
            <a:ext cx="1705948" cy="368260"/>
            <a:chOff x="2547236" y="1229802"/>
            <a:chExt cx="1705948" cy="1687321"/>
          </a:xfrm>
        </p:grpSpPr>
        <p:cxnSp>
          <p:nvCxnSpPr>
            <p:cNvPr id="3680" name="Google Shape;368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81" name="Google Shape;368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82" name="Google Shape;3682;p56"/>
          <p:cNvSpPr txBox="1"/>
          <p:nvPr/>
        </p:nvSpPr>
        <p:spPr>
          <a:xfrm>
            <a:off x="6446041" y="2981755"/>
            <a:ext cx="1804303" cy="844102"/>
          </a:xfrm>
          <a:prstGeom prst="rect">
            <a:avLst/>
          </a:prstGeom>
          <a:noFill/>
          <a:ln w="57150" cap="flat" cmpd="sng">
            <a:solidFill>
              <a:srgbClr val="9420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94209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83" name="Google Shape;3683;p56"/>
          <p:cNvSpPr txBox="1"/>
          <p:nvPr/>
        </p:nvSpPr>
        <p:spPr>
          <a:xfrm>
            <a:off x="7074132" y="4935797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</a:t>
            </a:r>
            <a:endParaRPr/>
          </a:p>
        </p:txBody>
      </p:sp>
      <p:grpSp>
        <p:nvGrpSpPr>
          <p:cNvPr id="3684" name="Google Shape;3684;p56"/>
          <p:cNvGrpSpPr/>
          <p:nvPr/>
        </p:nvGrpSpPr>
        <p:grpSpPr>
          <a:xfrm>
            <a:off x="6524284" y="5267523"/>
            <a:ext cx="1705948" cy="891553"/>
            <a:chOff x="2547236" y="1229802"/>
            <a:chExt cx="1705948" cy="1687321"/>
          </a:xfrm>
        </p:grpSpPr>
        <p:cxnSp>
          <p:nvCxnSpPr>
            <p:cNvPr id="3685" name="Google Shape;368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86" name="Google Shape;368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87" name="Google Shape;3687;p56"/>
          <p:cNvSpPr txBox="1"/>
          <p:nvPr/>
        </p:nvSpPr>
        <p:spPr>
          <a:xfrm>
            <a:off x="7598891" y="5263056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700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600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90</a:t>
            </a:r>
            <a:endParaRPr/>
          </a:p>
        </p:txBody>
      </p:sp>
      <p:sp>
        <p:nvSpPr>
          <p:cNvPr id="3688" name="Google Shape;3688;p56"/>
          <p:cNvSpPr txBox="1"/>
          <p:nvPr/>
        </p:nvSpPr>
        <p:spPr>
          <a:xfrm>
            <a:off x="3984488" y="5505636"/>
            <a:ext cx="12355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 of Sales</a:t>
            </a:r>
            <a:endParaRPr/>
          </a:p>
        </p:txBody>
      </p:sp>
      <p:grpSp>
        <p:nvGrpSpPr>
          <p:cNvPr id="3689" name="Google Shape;3689;p56"/>
          <p:cNvGrpSpPr/>
          <p:nvPr/>
        </p:nvGrpSpPr>
        <p:grpSpPr>
          <a:xfrm>
            <a:off x="3749273" y="5816092"/>
            <a:ext cx="1705948" cy="841021"/>
            <a:chOff x="2547236" y="1229802"/>
            <a:chExt cx="1705948" cy="1687321"/>
          </a:xfrm>
        </p:grpSpPr>
        <p:cxnSp>
          <p:nvCxnSpPr>
            <p:cNvPr id="3690" name="Google Shape;3690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91" name="Google Shape;369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92" name="Google Shape;3692;p56"/>
          <p:cNvSpPr txBox="1"/>
          <p:nvPr/>
        </p:nvSpPr>
        <p:spPr>
          <a:xfrm>
            <a:off x="4102970" y="5832891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693" name="Google Shape;3693;p56"/>
          <p:cNvSpPr txBox="1"/>
          <p:nvPr/>
        </p:nvSpPr>
        <p:spPr>
          <a:xfrm>
            <a:off x="2558804" y="4600492"/>
            <a:ext cx="89800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Cleaning</a:t>
            </a:r>
            <a:endParaRPr/>
          </a:p>
        </p:txBody>
      </p:sp>
      <p:grpSp>
        <p:nvGrpSpPr>
          <p:cNvPr id="3694" name="Google Shape;3694;p56"/>
          <p:cNvGrpSpPr/>
          <p:nvPr/>
        </p:nvGrpSpPr>
        <p:grpSpPr>
          <a:xfrm>
            <a:off x="2500181" y="4889686"/>
            <a:ext cx="1048134" cy="620597"/>
            <a:chOff x="2547236" y="1229802"/>
            <a:chExt cx="1705948" cy="1687321"/>
          </a:xfrm>
        </p:grpSpPr>
        <p:cxnSp>
          <p:nvCxnSpPr>
            <p:cNvPr id="3695" name="Google Shape;3695;p56"/>
            <p:cNvCxnSpPr/>
            <p:nvPr/>
          </p:nvCxnSpPr>
          <p:spPr>
            <a:xfrm>
              <a:off x="2547236" y="1229802"/>
              <a:ext cx="1705948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96" name="Google Shape;3696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697" name="Google Shape;3697;p56"/>
          <p:cNvSpPr txBox="1"/>
          <p:nvPr/>
        </p:nvSpPr>
        <p:spPr>
          <a:xfrm>
            <a:off x="2508524" y="4885219"/>
            <a:ext cx="4972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50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250</a:t>
            </a:r>
            <a:endParaRPr/>
          </a:p>
        </p:txBody>
      </p:sp>
      <p:sp>
        <p:nvSpPr>
          <p:cNvPr id="3698" name="Google Shape;3698;p56"/>
          <p:cNvSpPr txBox="1"/>
          <p:nvPr/>
        </p:nvSpPr>
        <p:spPr>
          <a:xfrm>
            <a:off x="1146779" y="5508167"/>
            <a:ext cx="125406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Depreciation</a:t>
            </a:r>
            <a:endParaRPr/>
          </a:p>
        </p:txBody>
      </p:sp>
      <p:grpSp>
        <p:nvGrpSpPr>
          <p:cNvPr id="3699" name="Google Shape;3699;p56"/>
          <p:cNvGrpSpPr/>
          <p:nvPr/>
        </p:nvGrpSpPr>
        <p:grpSpPr>
          <a:xfrm>
            <a:off x="1171248" y="5818627"/>
            <a:ext cx="1152947" cy="297343"/>
            <a:chOff x="2461940" y="1229802"/>
            <a:chExt cx="1876542" cy="1687321"/>
          </a:xfrm>
        </p:grpSpPr>
        <p:cxnSp>
          <p:nvCxnSpPr>
            <p:cNvPr id="3700" name="Google Shape;3700;p56"/>
            <p:cNvCxnSpPr/>
            <p:nvPr/>
          </p:nvCxnSpPr>
          <p:spPr>
            <a:xfrm>
              <a:off x="2461940" y="1229802"/>
              <a:ext cx="187654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701" name="Google Shape;3701;p56"/>
            <p:cNvCxnSpPr/>
            <p:nvPr/>
          </p:nvCxnSpPr>
          <p:spPr>
            <a:xfrm rot="10800000">
              <a:off x="3400309" y="1232005"/>
              <a:ext cx="0" cy="1685118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02" name="Google Shape;3702;p56"/>
          <p:cNvSpPr txBox="1"/>
          <p:nvPr/>
        </p:nvSpPr>
        <p:spPr>
          <a:xfrm>
            <a:off x="1221359" y="5814160"/>
            <a:ext cx="497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548135"/>
                </a:solidFill>
                <a:latin typeface="Avenir"/>
                <a:ea typeface="Avenir"/>
                <a:cs typeface="Avenir"/>
                <a:sym typeface="Avenir"/>
              </a:rPr>
              <a:t>100</a:t>
            </a:r>
            <a:endParaRPr/>
          </a:p>
        </p:txBody>
      </p:sp>
      <p:sp>
        <p:nvSpPr>
          <p:cNvPr id="3703" name="Google Shape;3703;p56"/>
          <p:cNvSpPr txBox="1"/>
          <p:nvPr/>
        </p:nvSpPr>
        <p:spPr>
          <a:xfrm>
            <a:off x="5403698" y="2976275"/>
            <a:ext cx="4972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30</a:t>
            </a:r>
            <a:endParaRPr/>
          </a:p>
        </p:txBody>
      </p:sp>
      <p:sp>
        <p:nvSpPr>
          <p:cNvPr id="3704" name="Google Shape;3704;p56"/>
          <p:cNvSpPr txBox="1"/>
          <p:nvPr/>
        </p:nvSpPr>
        <p:spPr>
          <a:xfrm>
            <a:off x="9197954" y="3076356"/>
            <a:ext cx="18118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Contributed capital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10" name="Google Shape;3710;p57"/>
          <p:cNvGraphicFramePr/>
          <p:nvPr/>
        </p:nvGraphicFramePr>
        <p:xfrm>
          <a:off x="6571584" y="776270"/>
          <a:ext cx="5074200" cy="5442525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390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>
                        <a:solidFill>
                          <a:srgbClr val="7F7F7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</a:t>
                      </a:r>
                      <a:endParaRPr sz="18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1,390</a:t>
                      </a:r>
                      <a:r>
                        <a:rPr lang="en-US" sz="18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of sales</a:t>
                      </a:r>
                      <a:endParaRPr/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(630)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Gross profit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760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Cleaning expense</a:t>
                      </a:r>
                      <a:endParaRPr/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(300) 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Depreciation expense</a:t>
                      </a:r>
                      <a:endParaRPr/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(100)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Operating profit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Finance charges</a:t>
                      </a:r>
                      <a:endParaRPr/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0</a:t>
                      </a:r>
                      <a:r>
                        <a:rPr lang="en-US" sz="18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Net profit before tax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Tax charge</a:t>
                      </a:r>
                      <a:endParaRPr/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0</a:t>
                      </a:r>
                      <a:r>
                        <a:rPr lang="en-US" sz="18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4775">
                <a:tc>
                  <a:txBody>
                    <a:bodyPr/>
                    <a:lstStyle/>
                    <a:p>
                      <a:pPr marL="1365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Net profit after tax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8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8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711" name="Google Shape;3711;p57"/>
          <p:cNvSpPr txBox="1"/>
          <p:nvPr/>
        </p:nvSpPr>
        <p:spPr>
          <a:xfrm>
            <a:off x="7458145" y="147369"/>
            <a:ext cx="36903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Income Statement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For the period ended 28 February</a:t>
            </a:r>
            <a:endParaRPr/>
          </a:p>
        </p:txBody>
      </p:sp>
      <p:sp>
        <p:nvSpPr>
          <p:cNvPr id="3712" name="Google Shape;3712;p57"/>
          <p:cNvSpPr txBox="1"/>
          <p:nvPr/>
        </p:nvSpPr>
        <p:spPr>
          <a:xfrm>
            <a:off x="866501" y="253050"/>
            <a:ext cx="44565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Trial balance (</a:t>
            </a:r>
            <a:r>
              <a:rPr lang="ko-KR" altLang="en-US" sz="2800" dirty="0" err="1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시산표</a:t>
            </a:r>
            <a:r>
              <a:rPr lang="en-US" altLang="ko-KR" sz="2800" dirty="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dirty="0"/>
          </a:p>
        </p:txBody>
      </p:sp>
      <p:graphicFrame>
        <p:nvGraphicFramePr>
          <p:cNvPr id="3713" name="Google Shape;3713;p57"/>
          <p:cNvGraphicFramePr/>
          <p:nvPr/>
        </p:nvGraphicFramePr>
        <p:xfrm>
          <a:off x="867845" y="1052558"/>
          <a:ext cx="4456550" cy="5760880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General ledger account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Green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Orange 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cost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6,000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acc depn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expenses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receivable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–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9,370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Cash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35,550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payable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6,250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income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loan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25,000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Contributed capital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Sales</a:t>
                      </a:r>
                      <a:endParaRPr/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1,390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of sales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630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Cleaning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Depreciation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p58"/>
          <p:cNvSpPr txBox="1"/>
          <p:nvPr/>
        </p:nvSpPr>
        <p:spPr>
          <a:xfrm>
            <a:off x="6442071" y="292048"/>
            <a:ext cx="509076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Balance Sheet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At 28 February</a:t>
            </a:r>
            <a:endParaRPr/>
          </a:p>
        </p:txBody>
      </p:sp>
      <p:graphicFrame>
        <p:nvGraphicFramePr>
          <p:cNvPr id="3720" name="Google Shape;3720;p58"/>
          <p:cNvGraphicFramePr/>
          <p:nvPr/>
        </p:nvGraphicFramePr>
        <p:xfrm>
          <a:off x="6394450" y="705056"/>
          <a:ext cx="5074200" cy="6279060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390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>
                        <a:solidFill>
                          <a:srgbClr val="7F7F7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175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5,900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1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non-current assets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5,900</a:t>
                      </a:r>
                      <a:r>
                        <a:rPr lang="en-US" sz="1600" b="0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assets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/>
                    </a:p>
                  </a:txBody>
                  <a:tcPr marL="91450" marR="91450" marT="45725" marB="45725" anchor="ctr"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9,370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expenses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Cash and cash equivalents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35,550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current assets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45,720</a:t>
                      </a:r>
                      <a:r>
                        <a:rPr lang="en-US" sz="1600" b="0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assets</a:t>
                      </a:r>
                      <a:endParaRPr sz="1600" b="1" i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51,620</a:t>
                      </a:r>
                      <a:r>
                        <a:rPr lang="en-US" sz="1600" b="1" i="0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1" i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liabilities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payable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6,250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income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loan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25,000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liabilities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31,260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Contributed capital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20,000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360363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Profit &amp; loss account (Retained Earnings)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360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equity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20,360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4900"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liabilities and equity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 i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51,620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1" i="0">
                        <a:solidFill>
                          <a:schemeClr val="lt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721" name="Google Shape;3721;p58"/>
          <p:cNvSpPr txBox="1"/>
          <p:nvPr/>
        </p:nvSpPr>
        <p:spPr>
          <a:xfrm>
            <a:off x="866501" y="253050"/>
            <a:ext cx="445654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Global Books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Trail Balance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At 28 February</a:t>
            </a:r>
            <a:endParaRPr sz="2800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22" name="Google Shape;3722;p58"/>
          <p:cNvSpPr/>
          <p:nvPr/>
        </p:nvSpPr>
        <p:spPr>
          <a:xfrm>
            <a:off x="5324393" y="5665590"/>
            <a:ext cx="1070057" cy="117627"/>
          </a:xfrm>
          <a:prstGeom prst="rightArrow">
            <a:avLst>
              <a:gd name="adj1" fmla="val 33804"/>
              <a:gd name="adj2" fmla="val 109382"/>
            </a:avLst>
          </a:prstGeom>
          <a:solidFill>
            <a:srgbClr val="942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3" name="Google Shape;3723;p58"/>
          <p:cNvGraphicFramePr/>
          <p:nvPr/>
        </p:nvGraphicFramePr>
        <p:xfrm>
          <a:off x="867845" y="1052558"/>
          <a:ext cx="4456550" cy="5760880"/>
        </p:xfrm>
        <a:graphic>
          <a:graphicData uri="http://schemas.openxmlformats.org/drawingml/2006/table">
            <a:tbl>
              <a:tblPr firstRow="1" bandRow="1">
                <a:noFill/>
                <a:tableStyleId>{BA319584-0B4F-4D78-BD67-E114906AF896}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General ledger account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Green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Orange Side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cost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6,000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Equipment – acc depn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expenses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800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receivable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–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9,370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Cash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35,550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Accounts payable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6,250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Deferred income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loan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25,000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Contributed capital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20,000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latin typeface="Avenir"/>
                          <a:ea typeface="Avenir"/>
                          <a:cs typeface="Avenir"/>
                          <a:sym typeface="Avenir"/>
                        </a:rPr>
                        <a:t>Sales</a:t>
                      </a:r>
                      <a:endParaRPr/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0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1,390</a:t>
                      </a:r>
                      <a:r>
                        <a:rPr lang="en-US" sz="1600" b="0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chemeClr val="accent2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of sales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630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Cleaning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Depreciation</a:t>
                      </a: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675">
                <a:tc>
                  <a:txBody>
                    <a:bodyPr/>
                    <a:lstStyle/>
                    <a:p>
                      <a:pPr marL="185738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548135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E1EFD8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E1EFD8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600"/>
                        <a:buFont typeface="Avenir"/>
                        <a:buNone/>
                      </a:pPr>
                      <a:r>
                        <a:rPr lang="en-US" sz="1600" b="1">
                          <a:solidFill>
                            <a:schemeClr val="accent2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52,750</a:t>
                      </a:r>
                      <a:r>
                        <a:rPr lang="en-US" sz="1600" b="1">
                          <a:solidFill>
                            <a:srgbClr val="FFF2CC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  <a:endParaRPr sz="1600" b="0">
                        <a:solidFill>
                          <a:srgbClr val="FFF2CC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94209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4" name="Google Shape;373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6781" y="2908288"/>
            <a:ext cx="3246172" cy="88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5" name="Google Shape;373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2903" y="2698170"/>
            <a:ext cx="3762056" cy="1461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3713</Words>
  <Application>Microsoft Office PowerPoint</Application>
  <PresentationFormat>Widescreen</PresentationFormat>
  <Paragraphs>1923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Helvetica Neue</vt:lpstr>
      <vt:lpstr>Helvetica</vt:lpstr>
      <vt:lpstr>Arial</vt:lpstr>
      <vt:lpstr>Avenir</vt:lpstr>
      <vt:lpstr>Helvetica Regular</vt:lpstr>
      <vt:lpstr>ＭＳ Ｐゴシック</vt:lpstr>
      <vt:lpstr>Calibri</vt:lpstr>
      <vt:lpstr>Gulim</vt:lpstr>
      <vt:lpstr>Noto Sans Symbols</vt:lpstr>
      <vt:lpstr>Office Theme</vt:lpstr>
      <vt:lpstr>The accounting process</vt:lpstr>
      <vt:lpstr>06: Journals and T-Accounts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word about 3-column ledger accounts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Hong, Philip Keejae</cp:lastModifiedBy>
  <cp:revision>7</cp:revision>
  <dcterms:modified xsi:type="dcterms:W3CDTF">2026-07-30T09:01:36Z</dcterms:modified>
</cp:coreProperties>
</file>